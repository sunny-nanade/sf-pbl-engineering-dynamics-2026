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5"/>
  </p:notesMasterIdLst>
  <p:sldIdLst>
    <p:sldId id="257" r:id="rId2"/>
    <p:sldId id="259" r:id="rId3"/>
    <p:sldId id="258" r:id="rId4"/>
    <p:sldId id="260" r:id="rId5"/>
    <p:sldId id="261" r:id="rId6"/>
    <p:sldId id="277" r:id="rId7"/>
    <p:sldId id="264" r:id="rId8"/>
    <p:sldId id="270" r:id="rId9"/>
    <p:sldId id="262" r:id="rId10"/>
    <p:sldId id="269" r:id="rId11"/>
    <p:sldId id="271" r:id="rId12"/>
    <p:sldId id="265" r:id="rId13"/>
    <p:sldId id="276" r:id="rId14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6"/>
    </p:embeddedFont>
    <p:embeddedFont>
      <p:font typeface="Cambria Math" panose="02040503050406030204" pitchFamily="18" charset="0"/>
      <p:regular r:id="rId17"/>
    </p:embeddedFont>
    <p:embeddedFont>
      <p:font typeface="Paytone One" panose="020B0604020202020204" charset="0"/>
      <p:regular r:id="rId18"/>
    </p:embeddedFont>
    <p:embeddedFont>
      <p:font typeface="Questrial" pitchFamily="2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350EBF-01F7-42B2-A987-0A8BFF25C62E}">
  <a:tblStyle styleId="{77350EBF-01F7-42B2-A987-0A8BFF25C6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b8ad8aa3d3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b8ad8aa3d3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b8ad8aa3d3_0_1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b8ad8aa3d3_0_1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b8f66849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b8f66849e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b8ad8aa3d3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b8ad8aa3d3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b8ad8aa3d3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b8ad8aa3d3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b8ad8aa3d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b8ad8aa3d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b8ad8aa3d3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b8ad8aa3d3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b924c6c1c1_1_1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b924c6c1c1_1_1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b8ad8aa3d3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b8ad8aa3d3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b8ad8aa3d3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b8ad8aa3d3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b8ad8aa3d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b8ad8aa3d3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b924c6c1c1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b924c6c1c1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0" y="3095775"/>
            <a:ext cx="6501300" cy="2055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oogle Shape;67;p3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68" name="Google Shape;68;p3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93" name="Google Shape;93;p3"/>
          <p:cNvSpPr txBox="1">
            <a:spLocks noGrp="1"/>
          </p:cNvSpPr>
          <p:nvPr>
            <p:ph type="title"/>
          </p:nvPr>
        </p:nvSpPr>
        <p:spPr>
          <a:xfrm>
            <a:off x="720500" y="2574469"/>
            <a:ext cx="3852000" cy="73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4" name="Google Shape;94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799269"/>
            <a:ext cx="3852000" cy="7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5" name="Google Shape;95;p3"/>
          <p:cNvSpPr txBox="1">
            <a:spLocks noGrp="1"/>
          </p:cNvSpPr>
          <p:nvPr>
            <p:ph type="subTitle" idx="1"/>
          </p:nvPr>
        </p:nvSpPr>
        <p:spPr>
          <a:xfrm>
            <a:off x="5096513" y="2141500"/>
            <a:ext cx="3327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0" y="8075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" name="Google Shape;98;p4"/>
          <p:cNvGrpSpPr/>
          <p:nvPr/>
        </p:nvGrpSpPr>
        <p:grpSpPr>
          <a:xfrm rot="-5400000">
            <a:off x="7669066" y="296839"/>
            <a:ext cx="1129770" cy="1173854"/>
            <a:chOff x="11" y="583339"/>
            <a:chExt cx="1129770" cy="1173854"/>
          </a:xfrm>
        </p:grpSpPr>
        <p:sp>
          <p:nvSpPr>
            <p:cNvPr id="99" name="Google Shape;99;p4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124" name="Google Shape;12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"/>
          <p:cNvSpPr txBox="1">
            <a:spLocks noGrp="1"/>
          </p:cNvSpPr>
          <p:nvPr>
            <p:ph type="body" idx="1"/>
          </p:nvPr>
        </p:nvSpPr>
        <p:spPr>
          <a:xfrm>
            <a:off x="720000" y="1144413"/>
            <a:ext cx="7704000" cy="3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300"/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 rot="5400000">
            <a:off x="2345225" y="-1157218"/>
            <a:ext cx="1823700" cy="6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"/>
          <p:cNvSpPr/>
          <p:nvPr/>
        </p:nvSpPr>
        <p:spPr>
          <a:xfrm rot="5400000">
            <a:off x="4987725" y="973920"/>
            <a:ext cx="1823700" cy="6513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5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130" name="Google Shape;130;p5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155" name="Google Shape;155;p5"/>
          <p:cNvSpPr txBox="1">
            <a:spLocks noGrp="1"/>
          </p:cNvSpPr>
          <p:nvPr>
            <p:ph type="subTitle" idx="1"/>
          </p:nvPr>
        </p:nvSpPr>
        <p:spPr>
          <a:xfrm>
            <a:off x="720000" y="1451282"/>
            <a:ext cx="1729200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400"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6" name="Google Shape;156;p5"/>
          <p:cNvSpPr txBox="1">
            <a:spLocks noGrp="1"/>
          </p:cNvSpPr>
          <p:nvPr>
            <p:ph type="subTitle" idx="2"/>
          </p:nvPr>
        </p:nvSpPr>
        <p:spPr>
          <a:xfrm>
            <a:off x="3346901" y="3569025"/>
            <a:ext cx="1729200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400"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7" name="Google Shape;157;p5"/>
          <p:cNvSpPr txBox="1">
            <a:spLocks noGrp="1"/>
          </p:cNvSpPr>
          <p:nvPr>
            <p:ph type="subTitle" idx="3"/>
          </p:nvPr>
        </p:nvSpPr>
        <p:spPr>
          <a:xfrm>
            <a:off x="2449150" y="1451282"/>
            <a:ext cx="3342600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"/>
          <p:cNvSpPr txBox="1">
            <a:spLocks noGrp="1"/>
          </p:cNvSpPr>
          <p:nvPr>
            <p:ph type="subTitle" idx="4"/>
          </p:nvPr>
        </p:nvSpPr>
        <p:spPr>
          <a:xfrm>
            <a:off x="5104675" y="3569025"/>
            <a:ext cx="3342600" cy="12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62" name="Google Shape;162;p6"/>
          <p:cNvGrpSpPr/>
          <p:nvPr/>
        </p:nvGrpSpPr>
        <p:grpSpPr>
          <a:xfrm rot="-5400000">
            <a:off x="332988" y="295378"/>
            <a:ext cx="1129770" cy="1173854"/>
            <a:chOff x="11" y="583339"/>
            <a:chExt cx="1129770" cy="1173854"/>
          </a:xfrm>
        </p:grpSpPr>
        <p:sp>
          <p:nvSpPr>
            <p:cNvPr id="163" name="Google Shape;163;p6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717150" y="935100"/>
            <a:ext cx="7709700" cy="327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7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191" name="Google Shape;191;p7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216" name="Google Shape;216;p7"/>
          <p:cNvSpPr txBox="1">
            <a:spLocks noGrp="1"/>
          </p:cNvSpPr>
          <p:nvPr>
            <p:ph type="title"/>
          </p:nvPr>
        </p:nvSpPr>
        <p:spPr>
          <a:xfrm>
            <a:off x="1602450" y="1456075"/>
            <a:ext cx="5939100" cy="5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subTitle" idx="1"/>
          </p:nvPr>
        </p:nvSpPr>
        <p:spPr>
          <a:xfrm>
            <a:off x="1602450" y="1999350"/>
            <a:ext cx="5939100" cy="172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/>
          <p:nvPr/>
        </p:nvSpPr>
        <p:spPr>
          <a:xfrm>
            <a:off x="717150" y="935100"/>
            <a:ext cx="7709700" cy="327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21" name="Google Shape;221;p8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222" name="Google Shape;222;p8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grpSp>
        <p:nvGrpSpPr>
          <p:cNvPr id="247" name="Google Shape;247;p8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248" name="Google Shape;248;p8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"/>
          <p:cNvSpPr txBox="1">
            <a:spLocks noGrp="1"/>
          </p:cNvSpPr>
          <p:nvPr>
            <p:ph type="title"/>
          </p:nvPr>
        </p:nvSpPr>
        <p:spPr>
          <a:xfrm>
            <a:off x="1746945" y="1731425"/>
            <a:ext cx="27234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8" name="Google Shape;338;p13"/>
          <p:cNvSpPr txBox="1">
            <a:spLocks noGrp="1"/>
          </p:cNvSpPr>
          <p:nvPr>
            <p:ph type="title" idx="2" hasCustomPrompt="1"/>
          </p:nvPr>
        </p:nvSpPr>
        <p:spPr>
          <a:xfrm>
            <a:off x="797895" y="1725525"/>
            <a:ext cx="9513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9" name="Google Shape;339;p13"/>
          <p:cNvSpPr txBox="1">
            <a:spLocks noGrp="1"/>
          </p:cNvSpPr>
          <p:nvPr>
            <p:ph type="subTitle" idx="1"/>
          </p:nvPr>
        </p:nvSpPr>
        <p:spPr>
          <a:xfrm>
            <a:off x="1749195" y="2248419"/>
            <a:ext cx="27234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13"/>
          <p:cNvSpPr txBox="1">
            <a:spLocks noGrp="1"/>
          </p:cNvSpPr>
          <p:nvPr>
            <p:ph type="title" idx="3"/>
          </p:nvPr>
        </p:nvSpPr>
        <p:spPr>
          <a:xfrm>
            <a:off x="1746938" y="3388125"/>
            <a:ext cx="27234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1" name="Google Shape;341;p13"/>
          <p:cNvSpPr txBox="1">
            <a:spLocks noGrp="1"/>
          </p:cNvSpPr>
          <p:nvPr>
            <p:ph type="title" idx="4" hasCustomPrompt="1"/>
          </p:nvPr>
        </p:nvSpPr>
        <p:spPr>
          <a:xfrm>
            <a:off x="797895" y="3388125"/>
            <a:ext cx="9513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2" name="Google Shape;342;p13"/>
          <p:cNvSpPr txBox="1">
            <a:spLocks noGrp="1"/>
          </p:cNvSpPr>
          <p:nvPr>
            <p:ph type="subTitle" idx="5"/>
          </p:nvPr>
        </p:nvSpPr>
        <p:spPr>
          <a:xfrm>
            <a:off x="1746938" y="3897362"/>
            <a:ext cx="27234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13"/>
          <p:cNvSpPr txBox="1">
            <a:spLocks noGrp="1"/>
          </p:cNvSpPr>
          <p:nvPr>
            <p:ph type="title" idx="6"/>
          </p:nvPr>
        </p:nvSpPr>
        <p:spPr>
          <a:xfrm>
            <a:off x="5602945" y="1728250"/>
            <a:ext cx="27312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4" name="Google Shape;344;p13"/>
          <p:cNvSpPr txBox="1">
            <a:spLocks noGrp="1"/>
          </p:cNvSpPr>
          <p:nvPr>
            <p:ph type="title" idx="7" hasCustomPrompt="1"/>
          </p:nvPr>
        </p:nvSpPr>
        <p:spPr>
          <a:xfrm>
            <a:off x="4659709" y="1731424"/>
            <a:ext cx="9513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5" name="Google Shape;345;p13"/>
          <p:cNvSpPr txBox="1">
            <a:spLocks noGrp="1"/>
          </p:cNvSpPr>
          <p:nvPr>
            <p:ph type="subTitle" idx="8"/>
          </p:nvPr>
        </p:nvSpPr>
        <p:spPr>
          <a:xfrm>
            <a:off x="5605195" y="2242520"/>
            <a:ext cx="27312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3"/>
          <p:cNvSpPr txBox="1">
            <a:spLocks noGrp="1"/>
          </p:cNvSpPr>
          <p:nvPr>
            <p:ph type="title" idx="9"/>
          </p:nvPr>
        </p:nvSpPr>
        <p:spPr>
          <a:xfrm>
            <a:off x="5602945" y="3388875"/>
            <a:ext cx="27312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7" name="Google Shape;347;p13"/>
          <p:cNvSpPr txBox="1">
            <a:spLocks noGrp="1"/>
          </p:cNvSpPr>
          <p:nvPr>
            <p:ph type="title" idx="13" hasCustomPrompt="1"/>
          </p:nvPr>
        </p:nvSpPr>
        <p:spPr>
          <a:xfrm>
            <a:off x="4659709" y="3389163"/>
            <a:ext cx="9513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8" name="Google Shape;348;p13"/>
          <p:cNvSpPr txBox="1">
            <a:spLocks noGrp="1"/>
          </p:cNvSpPr>
          <p:nvPr>
            <p:ph type="subTitle" idx="14"/>
          </p:nvPr>
        </p:nvSpPr>
        <p:spPr>
          <a:xfrm>
            <a:off x="5602945" y="3897362"/>
            <a:ext cx="27312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13"/>
          <p:cNvSpPr txBox="1">
            <a:spLocks noGrp="1"/>
          </p:cNvSpPr>
          <p:nvPr>
            <p:ph type="title" idx="15"/>
          </p:nvPr>
        </p:nvSpPr>
        <p:spPr>
          <a:xfrm>
            <a:off x="723388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50" name="Google Shape;350;p13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351" name="Google Shape;351;p13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2" name="Google Shape;352;p13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3" name="Google Shape;353;p13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4" name="Google Shape;354;p13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6" name="Google Shape;356;p13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0" name="Google Shape;360;p13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3" name="Google Shape;363;p13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5" name="Google Shape;365;p13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6" name="Google Shape;366;p13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"/>
          <p:cNvSpPr/>
          <p:nvPr/>
        </p:nvSpPr>
        <p:spPr>
          <a:xfrm flipH="1">
            <a:off x="6119132" y="3108750"/>
            <a:ext cx="1173900" cy="1173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4"/>
          <p:cNvSpPr/>
          <p:nvPr/>
        </p:nvSpPr>
        <p:spPr>
          <a:xfrm flipH="1">
            <a:off x="2307100" y="2996400"/>
            <a:ext cx="3892200" cy="139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1850968" y="1502350"/>
            <a:ext cx="1173900" cy="1173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2944700" y="1390000"/>
            <a:ext cx="3892200" cy="139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4"/>
          <p:cNvSpPr txBox="1">
            <a:spLocks noGrp="1"/>
          </p:cNvSpPr>
          <p:nvPr>
            <p:ph type="subTitle" idx="1"/>
          </p:nvPr>
        </p:nvSpPr>
        <p:spPr>
          <a:xfrm>
            <a:off x="3104651" y="1502350"/>
            <a:ext cx="3571500" cy="11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14"/>
          <p:cNvSpPr txBox="1">
            <a:spLocks noGrp="1"/>
          </p:cNvSpPr>
          <p:nvPr>
            <p:ph type="subTitle" idx="2"/>
          </p:nvPr>
        </p:nvSpPr>
        <p:spPr>
          <a:xfrm>
            <a:off x="2462650" y="3163050"/>
            <a:ext cx="3571500" cy="10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14"/>
          <p:cNvSpPr txBox="1">
            <a:spLocks noGrp="1"/>
          </p:cNvSpPr>
          <p:nvPr>
            <p:ph type="title" idx="3" hasCustomPrompt="1"/>
          </p:nvPr>
        </p:nvSpPr>
        <p:spPr>
          <a:xfrm>
            <a:off x="1140350" y="1502350"/>
            <a:ext cx="1719300" cy="11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85" name="Google Shape;385;p14"/>
          <p:cNvSpPr txBox="1">
            <a:spLocks noGrp="1"/>
          </p:cNvSpPr>
          <p:nvPr>
            <p:ph type="title" idx="4" hasCustomPrompt="1"/>
          </p:nvPr>
        </p:nvSpPr>
        <p:spPr>
          <a:xfrm>
            <a:off x="6177550" y="3108750"/>
            <a:ext cx="1719300" cy="11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grpSp>
        <p:nvGrpSpPr>
          <p:cNvPr id="386" name="Google Shape;386;p14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387" name="Google Shape;387;p14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2" name="Google Shape;392;p14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3" name="Google Shape;393;p14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4" name="Google Shape;394;p14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5" name="Google Shape;395;p14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6" name="Google Shape;396;p14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7" name="Google Shape;397;p14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1" name="Google Shape;401;p14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2" name="Google Shape;402;p14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3" name="Google Shape;403;p14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4" name="Google Shape;404;p14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6" name="Google Shape;406;p14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7" name="Google Shape;407;p14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8" name="Google Shape;408;p14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09" name="Google Shape;409;p14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10" name="Google Shape;410;p14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11" name="Google Shape;411;p14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532" name="Google Shape;532;p18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533" name="Google Shape;533;p18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3" name="Google Shape;543;p18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9"/>
          <p:cNvSpPr/>
          <p:nvPr/>
        </p:nvSpPr>
        <p:spPr>
          <a:xfrm>
            <a:off x="13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0" name="Google Shape;560;p19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561" name="Google Shape;561;p19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2" name="Google Shape;562;p19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3" name="Google Shape;563;p19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4" name="Google Shape;564;p19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6" name="Google Shape;566;p19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7" name="Google Shape;567;p19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8" name="Google Shape;568;p19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9" name="Google Shape;569;p19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0" name="Google Shape;570;p19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1" name="Google Shape;571;p19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2" name="Google Shape;572;p19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3" name="Google Shape;573;p19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4" name="Google Shape;574;p19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5" name="Google Shape;575;p19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6" name="Google Shape;576;p19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7" name="Google Shape;577;p19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8" name="Google Shape;578;p19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9" name="Google Shape;579;p19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0" name="Google Shape;580;p19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1" name="Google Shape;581;p19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2" name="Google Shape;582;p19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3" name="Google Shape;583;p19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4" name="Google Shape;584;p19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5" name="Google Shape;585;p19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586" name="Google Shape;58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8" name="Google Shape;588;p20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589" name="Google Shape;589;p20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614" name="Google Shape;614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3"/>
          <p:cNvSpPr txBox="1">
            <a:spLocks noGrp="1"/>
          </p:cNvSpPr>
          <p:nvPr>
            <p:ph type="title"/>
          </p:nvPr>
        </p:nvSpPr>
        <p:spPr>
          <a:xfrm>
            <a:off x="2391900" y="3044542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74" name="Google Shape;674;p23"/>
          <p:cNvSpPr txBox="1">
            <a:spLocks noGrp="1"/>
          </p:cNvSpPr>
          <p:nvPr>
            <p:ph type="subTitle" idx="1"/>
          </p:nvPr>
        </p:nvSpPr>
        <p:spPr>
          <a:xfrm>
            <a:off x="1996200" y="1567050"/>
            <a:ext cx="5151600" cy="147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3"/>
          <p:cNvSpPr/>
          <p:nvPr/>
        </p:nvSpPr>
        <p:spPr>
          <a:xfrm>
            <a:off x="13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6" name="Google Shape;676;p23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677" name="Google Shape;677;p23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78" name="Google Shape;678;p23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79" name="Google Shape;679;p23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0" name="Google Shape;680;p23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1" name="Google Shape;681;p23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2" name="Google Shape;682;p23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3" name="Google Shape;683;p23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4" name="Google Shape;684;p23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5" name="Google Shape;685;p23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6" name="Google Shape;686;p23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7" name="Google Shape;687;p23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8" name="Google Shape;688;p23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89" name="Google Shape;689;p23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0" name="Google Shape;690;p23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1" name="Google Shape;691;p23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2" name="Google Shape;692;p23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3" name="Google Shape;693;p23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4" name="Google Shape;694;p23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5" name="Google Shape;695;p23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6" name="Google Shape;696;p23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7" name="Google Shape;697;p23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8" name="Google Shape;698;p23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699" name="Google Shape;699;p23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00" name="Google Shape;700;p23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01" name="Google Shape;701;p23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6"/>
          <p:cNvSpPr/>
          <p:nvPr/>
        </p:nvSpPr>
        <p:spPr>
          <a:xfrm>
            <a:off x="73165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4" name="Google Shape;804;p26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805" name="Google Shape;805;p26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19" name="Google Shape;819;p26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0" name="Google Shape;820;p26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2" name="Google Shape;822;p26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3" name="Google Shape;823;p26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4" name="Google Shape;824;p26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5" name="Google Shape;825;p26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6" name="Google Shape;826;p26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7" name="Google Shape;827;p26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830" name="Google Shape;830;p26"/>
          <p:cNvSpPr/>
          <p:nvPr/>
        </p:nvSpPr>
        <p:spPr>
          <a:xfrm>
            <a:off x="1350" y="0"/>
            <a:ext cx="18237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1" name="Google Shape;831;p26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832" name="Google Shape;832;p26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9" name="Google Shape;849;p26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1" name="Google Shape;851;p26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3" name="Google Shape;853;p26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5" name="Google Shape;855;p26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857" name="Google Shape;857;p26"/>
          <p:cNvSpPr txBox="1">
            <a:spLocks noGrp="1"/>
          </p:cNvSpPr>
          <p:nvPr>
            <p:ph type="title" hasCustomPrompt="1"/>
          </p:nvPr>
        </p:nvSpPr>
        <p:spPr>
          <a:xfrm>
            <a:off x="2642625" y="540000"/>
            <a:ext cx="38589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58" name="Google Shape;858;p26"/>
          <p:cNvSpPr txBox="1">
            <a:spLocks noGrp="1"/>
          </p:cNvSpPr>
          <p:nvPr>
            <p:ph type="subTitle" idx="1"/>
          </p:nvPr>
        </p:nvSpPr>
        <p:spPr>
          <a:xfrm>
            <a:off x="2642625" y="1246025"/>
            <a:ext cx="3858900" cy="3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9" name="Google Shape;859;p26"/>
          <p:cNvSpPr txBox="1">
            <a:spLocks noGrp="1"/>
          </p:cNvSpPr>
          <p:nvPr>
            <p:ph type="title" idx="2" hasCustomPrompt="1"/>
          </p:nvPr>
        </p:nvSpPr>
        <p:spPr>
          <a:xfrm>
            <a:off x="2642625" y="2036332"/>
            <a:ext cx="38589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60" name="Google Shape;860;p26"/>
          <p:cNvSpPr txBox="1">
            <a:spLocks noGrp="1"/>
          </p:cNvSpPr>
          <p:nvPr>
            <p:ph type="subTitle" idx="3"/>
          </p:nvPr>
        </p:nvSpPr>
        <p:spPr>
          <a:xfrm>
            <a:off x="2642625" y="2742358"/>
            <a:ext cx="3858900" cy="3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1" name="Google Shape;861;p26"/>
          <p:cNvSpPr txBox="1">
            <a:spLocks noGrp="1"/>
          </p:cNvSpPr>
          <p:nvPr>
            <p:ph type="title" idx="4" hasCustomPrompt="1"/>
          </p:nvPr>
        </p:nvSpPr>
        <p:spPr>
          <a:xfrm>
            <a:off x="2642625" y="3539364"/>
            <a:ext cx="38589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62" name="Google Shape;862;p26"/>
          <p:cNvSpPr txBox="1">
            <a:spLocks noGrp="1"/>
          </p:cNvSpPr>
          <p:nvPr>
            <p:ph type="subTitle" idx="5"/>
          </p:nvPr>
        </p:nvSpPr>
        <p:spPr>
          <a:xfrm>
            <a:off x="2642625" y="4245389"/>
            <a:ext cx="3858900" cy="3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"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29"/>
          <p:cNvGrpSpPr/>
          <p:nvPr/>
        </p:nvGrpSpPr>
        <p:grpSpPr>
          <a:xfrm rot="-5400000">
            <a:off x="7661788" y="304268"/>
            <a:ext cx="1129770" cy="1173854"/>
            <a:chOff x="11" y="583339"/>
            <a:chExt cx="1129770" cy="1173854"/>
          </a:xfrm>
        </p:grpSpPr>
        <p:sp>
          <p:nvSpPr>
            <p:cNvPr id="923" name="Google Shape;923;p29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4" name="Google Shape;924;p29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5" name="Google Shape;925;p29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6" name="Google Shape;926;p29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7" name="Google Shape;927;p29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8" name="Google Shape;928;p29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29" name="Google Shape;929;p29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0" name="Google Shape;930;p29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1" name="Google Shape;931;p29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2" name="Google Shape;932;p29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3" name="Google Shape;933;p29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4" name="Google Shape;934;p29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5" name="Google Shape;935;p29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6" name="Google Shape;936;p29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7" name="Google Shape;937;p29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8" name="Google Shape;938;p29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39" name="Google Shape;939;p29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0" name="Google Shape;940;p29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1" name="Google Shape;941;p29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2" name="Google Shape;942;p29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3" name="Google Shape;943;p29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4" name="Google Shape;944;p29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5" name="Google Shape;945;p29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6" name="Google Shape;946;p29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47" name="Google Shape;947;p29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grpSp>
        <p:nvGrpSpPr>
          <p:cNvPr id="948" name="Google Shape;948;p29"/>
          <p:cNvGrpSpPr/>
          <p:nvPr/>
        </p:nvGrpSpPr>
        <p:grpSpPr>
          <a:xfrm rot="-5400000">
            <a:off x="348315" y="3682261"/>
            <a:ext cx="1129770" cy="1173854"/>
            <a:chOff x="11" y="583339"/>
            <a:chExt cx="1129770" cy="1173854"/>
          </a:xfrm>
        </p:grpSpPr>
        <p:sp>
          <p:nvSpPr>
            <p:cNvPr id="949" name="Google Shape;949;p29"/>
            <p:cNvSpPr/>
            <p:nvPr/>
          </p:nvSpPr>
          <p:spPr>
            <a:xfrm>
              <a:off x="9686" y="583339"/>
              <a:ext cx="51388" cy="52830"/>
            </a:xfrm>
            <a:custGeom>
              <a:avLst/>
              <a:gdLst/>
              <a:ahLst/>
              <a:cxnLst/>
              <a:rect l="l" t="t" r="r" b="b"/>
              <a:pathLst>
                <a:path w="1604" h="1649" extrusionOk="0">
                  <a:moveTo>
                    <a:pt x="802" y="0"/>
                  </a:moveTo>
                  <a:cubicBezTo>
                    <a:pt x="364" y="15"/>
                    <a:pt x="1" y="378"/>
                    <a:pt x="16" y="832"/>
                  </a:cubicBezTo>
                  <a:cubicBezTo>
                    <a:pt x="1" y="1270"/>
                    <a:pt x="364" y="1633"/>
                    <a:pt x="802" y="1648"/>
                  </a:cubicBezTo>
                  <a:cubicBezTo>
                    <a:pt x="1256" y="1633"/>
                    <a:pt x="1604" y="1270"/>
                    <a:pt x="1589" y="832"/>
                  </a:cubicBezTo>
                  <a:cubicBezTo>
                    <a:pt x="1604" y="378"/>
                    <a:pt x="1256" y="15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0" name="Google Shape;950;p29"/>
            <p:cNvSpPr/>
            <p:nvPr/>
          </p:nvSpPr>
          <p:spPr>
            <a:xfrm>
              <a:off x="277103" y="584524"/>
              <a:ext cx="50908" cy="50555"/>
            </a:xfrm>
            <a:custGeom>
              <a:avLst/>
              <a:gdLst/>
              <a:ahLst/>
              <a:cxnLst/>
              <a:rect l="l" t="t" r="r" b="b"/>
              <a:pathLst>
                <a:path w="1589" h="1578" extrusionOk="0">
                  <a:moveTo>
                    <a:pt x="795" y="1"/>
                  </a:moveTo>
                  <a:cubicBezTo>
                    <a:pt x="398" y="1"/>
                    <a:pt x="1" y="265"/>
                    <a:pt x="1" y="795"/>
                  </a:cubicBezTo>
                  <a:cubicBezTo>
                    <a:pt x="1" y="1316"/>
                    <a:pt x="398" y="1577"/>
                    <a:pt x="795" y="1577"/>
                  </a:cubicBezTo>
                  <a:cubicBezTo>
                    <a:pt x="1192" y="1577"/>
                    <a:pt x="1589" y="1316"/>
                    <a:pt x="1589" y="795"/>
                  </a:cubicBezTo>
                  <a:cubicBezTo>
                    <a:pt x="1589" y="265"/>
                    <a:pt x="1192" y="1"/>
                    <a:pt x="7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1" name="Google Shape;951;p29"/>
            <p:cNvSpPr/>
            <p:nvPr/>
          </p:nvSpPr>
          <p:spPr>
            <a:xfrm>
              <a:off x="543559" y="583435"/>
              <a:ext cx="52349" cy="52734"/>
            </a:xfrm>
            <a:custGeom>
              <a:avLst/>
              <a:gdLst/>
              <a:ahLst/>
              <a:cxnLst/>
              <a:rect l="l" t="t" r="r" b="b"/>
              <a:pathLst>
                <a:path w="1634" h="1646" extrusionOk="0">
                  <a:moveTo>
                    <a:pt x="817" y="1"/>
                  </a:moveTo>
                  <a:cubicBezTo>
                    <a:pt x="409" y="1"/>
                    <a:pt x="1" y="277"/>
                    <a:pt x="31" y="829"/>
                  </a:cubicBezTo>
                  <a:cubicBezTo>
                    <a:pt x="1" y="1267"/>
                    <a:pt x="364" y="1645"/>
                    <a:pt x="817" y="1645"/>
                  </a:cubicBezTo>
                  <a:cubicBezTo>
                    <a:pt x="1271" y="1645"/>
                    <a:pt x="1619" y="1267"/>
                    <a:pt x="1604" y="829"/>
                  </a:cubicBezTo>
                  <a:cubicBezTo>
                    <a:pt x="1634" y="277"/>
                    <a:pt x="1226" y="1"/>
                    <a:pt x="8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2" name="Google Shape;952;p29"/>
            <p:cNvSpPr/>
            <p:nvPr/>
          </p:nvSpPr>
          <p:spPr>
            <a:xfrm>
              <a:off x="810752" y="583435"/>
              <a:ext cx="52093" cy="52734"/>
            </a:xfrm>
            <a:custGeom>
              <a:avLst/>
              <a:gdLst/>
              <a:ahLst/>
              <a:cxnLst/>
              <a:rect l="l" t="t" r="r" b="b"/>
              <a:pathLst>
                <a:path w="1626" h="1646" extrusionOk="0">
                  <a:moveTo>
                    <a:pt x="815" y="1"/>
                  </a:moveTo>
                  <a:cubicBezTo>
                    <a:pt x="408" y="1"/>
                    <a:pt x="0" y="277"/>
                    <a:pt x="23" y="829"/>
                  </a:cubicBezTo>
                  <a:cubicBezTo>
                    <a:pt x="8" y="1267"/>
                    <a:pt x="371" y="1645"/>
                    <a:pt x="809" y="1645"/>
                  </a:cubicBezTo>
                  <a:cubicBezTo>
                    <a:pt x="1263" y="1645"/>
                    <a:pt x="1626" y="1267"/>
                    <a:pt x="1596" y="829"/>
                  </a:cubicBezTo>
                  <a:cubicBezTo>
                    <a:pt x="1626" y="277"/>
                    <a:pt x="1221" y="1"/>
                    <a:pt x="8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3" name="Google Shape;953;p29"/>
            <p:cNvSpPr/>
            <p:nvPr/>
          </p:nvSpPr>
          <p:spPr>
            <a:xfrm>
              <a:off x="1078874" y="584524"/>
              <a:ext cx="50427" cy="50555"/>
            </a:xfrm>
            <a:custGeom>
              <a:avLst/>
              <a:gdLst/>
              <a:ahLst/>
              <a:cxnLst/>
              <a:rect l="l" t="t" r="r" b="b"/>
              <a:pathLst>
                <a:path w="1574" h="1578" extrusionOk="0">
                  <a:moveTo>
                    <a:pt x="787" y="1"/>
                  </a:moveTo>
                  <a:cubicBezTo>
                    <a:pt x="394" y="1"/>
                    <a:pt x="1" y="265"/>
                    <a:pt x="1" y="795"/>
                  </a:cubicBezTo>
                  <a:cubicBezTo>
                    <a:pt x="1" y="1316"/>
                    <a:pt x="394" y="1577"/>
                    <a:pt x="787" y="1577"/>
                  </a:cubicBezTo>
                  <a:cubicBezTo>
                    <a:pt x="1180" y="1577"/>
                    <a:pt x="1574" y="1316"/>
                    <a:pt x="1574" y="795"/>
                  </a:cubicBezTo>
                  <a:cubicBezTo>
                    <a:pt x="1574" y="265"/>
                    <a:pt x="1180" y="1"/>
                    <a:pt x="7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4" name="Google Shape;954;p29"/>
            <p:cNvSpPr/>
            <p:nvPr/>
          </p:nvSpPr>
          <p:spPr>
            <a:xfrm>
              <a:off x="1933" y="863347"/>
              <a:ext cx="59141" cy="53310"/>
            </a:xfrm>
            <a:custGeom>
              <a:avLst/>
              <a:gdLst/>
              <a:ahLst/>
              <a:cxnLst/>
              <a:rect l="l" t="t" r="r" b="b"/>
              <a:pathLst>
                <a:path w="1846" h="1664" extrusionOk="0">
                  <a:moveTo>
                    <a:pt x="1044" y="0"/>
                  </a:moveTo>
                  <a:cubicBezTo>
                    <a:pt x="1" y="61"/>
                    <a:pt x="1" y="1603"/>
                    <a:pt x="1044" y="1663"/>
                  </a:cubicBezTo>
                  <a:cubicBezTo>
                    <a:pt x="1483" y="1648"/>
                    <a:pt x="1846" y="1270"/>
                    <a:pt x="1831" y="832"/>
                  </a:cubicBezTo>
                  <a:cubicBezTo>
                    <a:pt x="1846" y="393"/>
                    <a:pt x="1498" y="15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5" name="Google Shape;955;p29"/>
            <p:cNvSpPr/>
            <p:nvPr/>
          </p:nvSpPr>
          <p:spPr>
            <a:xfrm>
              <a:off x="268870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6" name="Google Shape;956;p29"/>
            <p:cNvSpPr/>
            <p:nvPr/>
          </p:nvSpPr>
          <p:spPr>
            <a:xfrm>
              <a:off x="536287" y="863827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17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8"/>
                    <a:pt x="1483" y="0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7" name="Google Shape;957;p29"/>
            <p:cNvSpPr/>
            <p:nvPr/>
          </p:nvSpPr>
          <p:spPr>
            <a:xfrm>
              <a:off x="803383" y="863827"/>
              <a:ext cx="58981" cy="50459"/>
            </a:xfrm>
            <a:custGeom>
              <a:avLst/>
              <a:gdLst/>
              <a:ahLst/>
              <a:cxnLst/>
              <a:rect l="l" t="t" r="r" b="b"/>
              <a:pathLst>
                <a:path w="1841" h="1575" extrusionOk="0">
                  <a:moveTo>
                    <a:pt x="1021" y="0"/>
                  </a:moveTo>
                  <a:cubicBezTo>
                    <a:pt x="352" y="0"/>
                    <a:pt x="0" y="821"/>
                    <a:pt x="480" y="1331"/>
                  </a:cubicBezTo>
                  <a:cubicBezTo>
                    <a:pt x="637" y="1499"/>
                    <a:pt x="837" y="1574"/>
                    <a:pt x="1035" y="1574"/>
                  </a:cubicBezTo>
                  <a:cubicBezTo>
                    <a:pt x="1425" y="1574"/>
                    <a:pt x="1805" y="1279"/>
                    <a:pt x="1826" y="817"/>
                  </a:cubicBezTo>
                  <a:cubicBezTo>
                    <a:pt x="1841" y="378"/>
                    <a:pt x="1493" y="0"/>
                    <a:pt x="1039" y="0"/>
                  </a:cubicBezTo>
                  <a:cubicBezTo>
                    <a:pt x="1033" y="0"/>
                    <a:pt x="1027" y="0"/>
                    <a:pt x="10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8" name="Google Shape;958;p29"/>
            <p:cNvSpPr/>
            <p:nvPr/>
          </p:nvSpPr>
          <p:spPr>
            <a:xfrm>
              <a:off x="1070160" y="863827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17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8"/>
                    <a:pt x="1498" y="0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59" name="Google Shape;959;p29"/>
            <p:cNvSpPr/>
            <p:nvPr/>
          </p:nvSpPr>
          <p:spPr>
            <a:xfrm>
              <a:off x="11" y="1143835"/>
              <a:ext cx="61063" cy="52830"/>
            </a:xfrm>
            <a:custGeom>
              <a:avLst/>
              <a:gdLst/>
              <a:ahLst/>
              <a:cxnLst/>
              <a:rect l="l" t="t" r="r" b="b"/>
              <a:pathLst>
                <a:path w="1906" h="1649" extrusionOk="0">
                  <a:moveTo>
                    <a:pt x="1104" y="0"/>
                  </a:moveTo>
                  <a:cubicBezTo>
                    <a:pt x="0" y="0"/>
                    <a:pt x="0" y="1649"/>
                    <a:pt x="1104" y="1649"/>
                  </a:cubicBezTo>
                  <a:cubicBezTo>
                    <a:pt x="1558" y="1634"/>
                    <a:pt x="1906" y="1271"/>
                    <a:pt x="1891" y="832"/>
                  </a:cubicBezTo>
                  <a:cubicBezTo>
                    <a:pt x="1906" y="378"/>
                    <a:pt x="1558" y="16"/>
                    <a:pt x="1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0" name="Google Shape;960;p29"/>
            <p:cNvSpPr/>
            <p:nvPr/>
          </p:nvSpPr>
          <p:spPr>
            <a:xfrm>
              <a:off x="268870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6" y="1283"/>
                    <a:pt x="1846" y="832"/>
                  </a:cubicBezTo>
                  <a:cubicBezTo>
                    <a:pt x="1846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1" name="Google Shape;961;p29"/>
            <p:cNvSpPr/>
            <p:nvPr/>
          </p:nvSpPr>
          <p:spPr>
            <a:xfrm>
              <a:off x="536287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70" y="1331"/>
                  </a:cubicBezTo>
                  <a:cubicBezTo>
                    <a:pt x="633" y="1499"/>
                    <a:pt x="837" y="1575"/>
                    <a:pt x="1038" y="1575"/>
                  </a:cubicBezTo>
                  <a:cubicBezTo>
                    <a:pt x="1432" y="1575"/>
                    <a:pt x="1811" y="1283"/>
                    <a:pt x="1831" y="832"/>
                  </a:cubicBezTo>
                  <a:cubicBezTo>
                    <a:pt x="1846" y="378"/>
                    <a:pt x="1483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2" name="Google Shape;962;p29"/>
            <p:cNvSpPr/>
            <p:nvPr/>
          </p:nvSpPr>
          <p:spPr>
            <a:xfrm>
              <a:off x="803223" y="1143835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0"/>
                  </a:moveTo>
                  <a:cubicBezTo>
                    <a:pt x="349" y="0"/>
                    <a:pt x="1" y="832"/>
                    <a:pt x="485" y="1331"/>
                  </a:cubicBezTo>
                  <a:cubicBezTo>
                    <a:pt x="643" y="1499"/>
                    <a:pt x="844" y="1575"/>
                    <a:pt x="1042" y="1575"/>
                  </a:cubicBezTo>
                  <a:cubicBezTo>
                    <a:pt x="1432" y="1575"/>
                    <a:pt x="1810" y="1283"/>
                    <a:pt x="1831" y="832"/>
                  </a:cubicBezTo>
                  <a:cubicBezTo>
                    <a:pt x="1846" y="378"/>
                    <a:pt x="1498" y="16"/>
                    <a:pt x="10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3" name="Google Shape;963;p29"/>
            <p:cNvSpPr/>
            <p:nvPr/>
          </p:nvSpPr>
          <p:spPr>
            <a:xfrm>
              <a:off x="1070160" y="1143835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0"/>
                  </a:moveTo>
                  <a:cubicBezTo>
                    <a:pt x="364" y="0"/>
                    <a:pt x="1" y="832"/>
                    <a:pt x="485" y="1331"/>
                  </a:cubicBezTo>
                  <a:cubicBezTo>
                    <a:pt x="648" y="1499"/>
                    <a:pt x="852" y="1575"/>
                    <a:pt x="1053" y="1575"/>
                  </a:cubicBezTo>
                  <a:cubicBezTo>
                    <a:pt x="1447" y="1575"/>
                    <a:pt x="1825" y="1283"/>
                    <a:pt x="1846" y="832"/>
                  </a:cubicBezTo>
                  <a:cubicBezTo>
                    <a:pt x="1861" y="378"/>
                    <a:pt x="1498" y="16"/>
                    <a:pt x="1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4" name="Google Shape;964;p29"/>
            <p:cNvSpPr/>
            <p:nvPr/>
          </p:nvSpPr>
          <p:spPr>
            <a:xfrm>
              <a:off x="1933" y="1424323"/>
              <a:ext cx="59141" cy="52830"/>
            </a:xfrm>
            <a:custGeom>
              <a:avLst/>
              <a:gdLst/>
              <a:ahLst/>
              <a:cxnLst/>
              <a:rect l="l" t="t" r="r" b="b"/>
              <a:pathLst>
                <a:path w="1846" h="1649" extrusionOk="0">
                  <a:moveTo>
                    <a:pt x="1044" y="1"/>
                  </a:moveTo>
                  <a:cubicBezTo>
                    <a:pt x="1" y="46"/>
                    <a:pt x="1" y="1588"/>
                    <a:pt x="1044" y="1649"/>
                  </a:cubicBezTo>
                  <a:cubicBezTo>
                    <a:pt x="1498" y="1634"/>
                    <a:pt x="1846" y="1271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5" name="Google Shape;965;p29"/>
            <p:cNvSpPr/>
            <p:nvPr/>
          </p:nvSpPr>
          <p:spPr>
            <a:xfrm>
              <a:off x="268870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2" y="1574"/>
                    <a:pt x="1816" y="1279"/>
                    <a:pt x="1846" y="817"/>
                  </a:cubicBezTo>
                  <a:cubicBezTo>
                    <a:pt x="1846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6" name="Google Shape;966;p29"/>
            <p:cNvSpPr/>
            <p:nvPr/>
          </p:nvSpPr>
          <p:spPr>
            <a:xfrm>
              <a:off x="536287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49" y="1"/>
                    <a:pt x="1" y="832"/>
                    <a:pt x="470" y="1331"/>
                  </a:cubicBezTo>
                  <a:cubicBezTo>
                    <a:pt x="632" y="1499"/>
                    <a:pt x="836" y="1574"/>
                    <a:pt x="1035" y="1574"/>
                  </a:cubicBezTo>
                  <a:cubicBezTo>
                    <a:pt x="1430" y="1574"/>
                    <a:pt x="1811" y="1279"/>
                    <a:pt x="1831" y="817"/>
                  </a:cubicBezTo>
                  <a:cubicBezTo>
                    <a:pt x="1846" y="379"/>
                    <a:pt x="1483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7" name="Google Shape;967;p29"/>
            <p:cNvSpPr/>
            <p:nvPr/>
          </p:nvSpPr>
          <p:spPr>
            <a:xfrm>
              <a:off x="803223" y="1424323"/>
              <a:ext cx="59141" cy="50459"/>
            </a:xfrm>
            <a:custGeom>
              <a:avLst/>
              <a:gdLst/>
              <a:ahLst/>
              <a:cxnLst/>
              <a:rect l="l" t="t" r="r" b="b"/>
              <a:pathLst>
                <a:path w="1846" h="1575" extrusionOk="0">
                  <a:moveTo>
                    <a:pt x="1044" y="1"/>
                  </a:moveTo>
                  <a:cubicBezTo>
                    <a:pt x="364" y="1"/>
                    <a:pt x="1" y="817"/>
                    <a:pt x="485" y="1331"/>
                  </a:cubicBezTo>
                  <a:cubicBezTo>
                    <a:pt x="642" y="1499"/>
                    <a:pt x="842" y="1574"/>
                    <a:pt x="1040" y="1574"/>
                  </a:cubicBezTo>
                  <a:cubicBezTo>
                    <a:pt x="1430" y="1574"/>
                    <a:pt x="1810" y="1279"/>
                    <a:pt x="1831" y="817"/>
                  </a:cubicBezTo>
                  <a:cubicBezTo>
                    <a:pt x="1846" y="379"/>
                    <a:pt x="1498" y="1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8" name="Google Shape;968;p29"/>
            <p:cNvSpPr/>
            <p:nvPr/>
          </p:nvSpPr>
          <p:spPr>
            <a:xfrm>
              <a:off x="1070160" y="1424323"/>
              <a:ext cx="59622" cy="50459"/>
            </a:xfrm>
            <a:custGeom>
              <a:avLst/>
              <a:gdLst/>
              <a:ahLst/>
              <a:cxnLst/>
              <a:rect l="l" t="t" r="r" b="b"/>
              <a:pathLst>
                <a:path w="1861" h="1575" extrusionOk="0">
                  <a:moveTo>
                    <a:pt x="1059" y="1"/>
                  </a:moveTo>
                  <a:cubicBezTo>
                    <a:pt x="364" y="1"/>
                    <a:pt x="1" y="832"/>
                    <a:pt x="485" y="1331"/>
                  </a:cubicBezTo>
                  <a:cubicBezTo>
                    <a:pt x="647" y="1499"/>
                    <a:pt x="851" y="1574"/>
                    <a:pt x="1050" y="1574"/>
                  </a:cubicBezTo>
                  <a:cubicBezTo>
                    <a:pt x="1445" y="1574"/>
                    <a:pt x="1825" y="1279"/>
                    <a:pt x="1846" y="817"/>
                  </a:cubicBezTo>
                  <a:cubicBezTo>
                    <a:pt x="1861" y="379"/>
                    <a:pt x="1498" y="1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69" name="Google Shape;969;p29"/>
            <p:cNvSpPr/>
            <p:nvPr/>
          </p:nvSpPr>
          <p:spPr>
            <a:xfrm>
              <a:off x="11" y="1704331"/>
              <a:ext cx="61063" cy="52862"/>
            </a:xfrm>
            <a:custGeom>
              <a:avLst/>
              <a:gdLst/>
              <a:ahLst/>
              <a:cxnLst/>
              <a:rect l="l" t="t" r="r" b="b"/>
              <a:pathLst>
                <a:path w="1906" h="1650" extrusionOk="0">
                  <a:moveTo>
                    <a:pt x="1104" y="1"/>
                  </a:moveTo>
                  <a:cubicBezTo>
                    <a:pt x="0" y="1"/>
                    <a:pt x="0" y="1649"/>
                    <a:pt x="1104" y="1649"/>
                  </a:cubicBezTo>
                  <a:cubicBezTo>
                    <a:pt x="1558" y="1649"/>
                    <a:pt x="1906" y="1271"/>
                    <a:pt x="1891" y="833"/>
                  </a:cubicBezTo>
                  <a:cubicBezTo>
                    <a:pt x="1906" y="379"/>
                    <a:pt x="1558" y="16"/>
                    <a:pt x="11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70" name="Google Shape;970;p29"/>
            <p:cNvSpPr/>
            <p:nvPr/>
          </p:nvSpPr>
          <p:spPr>
            <a:xfrm>
              <a:off x="268870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46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71" name="Google Shape;971;p29"/>
            <p:cNvSpPr/>
            <p:nvPr/>
          </p:nvSpPr>
          <p:spPr>
            <a:xfrm>
              <a:off x="536287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70" y="1332"/>
                  </a:cubicBezTo>
                  <a:cubicBezTo>
                    <a:pt x="635" y="1507"/>
                    <a:pt x="842" y="1585"/>
                    <a:pt x="1044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83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72" name="Google Shape;972;p29"/>
            <p:cNvSpPr/>
            <p:nvPr/>
          </p:nvSpPr>
          <p:spPr>
            <a:xfrm>
              <a:off x="803223" y="1704331"/>
              <a:ext cx="59141" cy="50811"/>
            </a:xfrm>
            <a:custGeom>
              <a:avLst/>
              <a:gdLst/>
              <a:ahLst/>
              <a:cxnLst/>
              <a:rect l="l" t="t" r="r" b="b"/>
              <a:pathLst>
                <a:path w="1846" h="1586" extrusionOk="0">
                  <a:moveTo>
                    <a:pt x="1044" y="1"/>
                  </a:moveTo>
                  <a:cubicBezTo>
                    <a:pt x="349" y="1"/>
                    <a:pt x="1" y="833"/>
                    <a:pt x="485" y="1332"/>
                  </a:cubicBezTo>
                  <a:cubicBezTo>
                    <a:pt x="644" y="1507"/>
                    <a:pt x="848" y="1585"/>
                    <a:pt x="1048" y="1585"/>
                  </a:cubicBezTo>
                  <a:cubicBezTo>
                    <a:pt x="1436" y="1585"/>
                    <a:pt x="1811" y="1291"/>
                    <a:pt x="1831" y="833"/>
                  </a:cubicBezTo>
                  <a:cubicBezTo>
                    <a:pt x="1846" y="379"/>
                    <a:pt x="1498" y="16"/>
                    <a:pt x="10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973" name="Google Shape;973;p29"/>
            <p:cNvSpPr/>
            <p:nvPr/>
          </p:nvSpPr>
          <p:spPr>
            <a:xfrm>
              <a:off x="1070160" y="1704331"/>
              <a:ext cx="59622" cy="50811"/>
            </a:xfrm>
            <a:custGeom>
              <a:avLst/>
              <a:gdLst/>
              <a:ahLst/>
              <a:cxnLst/>
              <a:rect l="l" t="t" r="r" b="b"/>
              <a:pathLst>
                <a:path w="1861" h="1586" extrusionOk="0">
                  <a:moveTo>
                    <a:pt x="1059" y="1"/>
                  </a:moveTo>
                  <a:cubicBezTo>
                    <a:pt x="364" y="1"/>
                    <a:pt x="1" y="833"/>
                    <a:pt x="485" y="1332"/>
                  </a:cubicBezTo>
                  <a:cubicBezTo>
                    <a:pt x="650" y="1507"/>
                    <a:pt x="857" y="1585"/>
                    <a:pt x="1059" y="1585"/>
                  </a:cubicBezTo>
                  <a:cubicBezTo>
                    <a:pt x="1451" y="1585"/>
                    <a:pt x="1826" y="1291"/>
                    <a:pt x="1846" y="833"/>
                  </a:cubicBezTo>
                  <a:cubicBezTo>
                    <a:pt x="1861" y="379"/>
                    <a:pt x="1498" y="16"/>
                    <a:pt x="10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0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Questrial"/>
              <a:buChar char="●"/>
              <a:defRPr sz="180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●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●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Char char="○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Questrial"/>
              <a:buChar char="■"/>
              <a:defRPr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8" r:id="rId7"/>
    <p:sldLayoutId id="2147483659" r:id="rId8"/>
    <p:sldLayoutId id="2147483660" r:id="rId9"/>
    <p:sldLayoutId id="2147483664" r:id="rId10"/>
    <p:sldLayoutId id="2147483665" r:id="rId11"/>
    <p:sldLayoutId id="2147483666" r:id="rId12"/>
    <p:sldLayoutId id="2147483669" r:id="rId13"/>
    <p:sldLayoutId id="2147483672" r:id="rId14"/>
    <p:sldLayoutId id="2147483674" r:id="rId15"/>
    <p:sldLayoutId id="2147483675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2;p32">
            <a:extLst>
              <a:ext uri="{FF2B5EF4-FFF2-40B4-BE49-F238E27FC236}">
                <a16:creationId xmlns:a16="http://schemas.microsoft.com/office/drawing/2014/main" id="{EB66EA7C-07C6-B3DE-2193-76D3FAC365FF}"/>
              </a:ext>
            </a:extLst>
          </p:cNvPr>
          <p:cNvSpPr txBox="1">
            <a:spLocks/>
          </p:cNvSpPr>
          <p:nvPr/>
        </p:nvSpPr>
        <p:spPr>
          <a:xfrm>
            <a:off x="1473899" y="944137"/>
            <a:ext cx="6196200" cy="19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>
            <a:r>
              <a:rPr lang="en-IN" sz="5400" dirty="0"/>
              <a:t>DIGITAL TWINS OF MOTORS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501588-871D-214F-DD8F-95128FDE7297}"/>
              </a:ext>
            </a:extLst>
          </p:cNvPr>
          <p:cNvSpPr txBox="1"/>
          <p:nvPr/>
        </p:nvSpPr>
        <p:spPr>
          <a:xfrm>
            <a:off x="1629935" y="2852437"/>
            <a:ext cx="5884127" cy="144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42900" algn="ctr">
              <a:lnSpc>
                <a:spcPct val="150000"/>
              </a:lnSpc>
              <a:buClr>
                <a:schemeClr val="accent2"/>
              </a:buClr>
              <a:buSzPts val="1800"/>
              <a:defRPr sz="1800"/>
            </a:pPr>
            <a:r>
              <a:rPr lang="en-IN" sz="1200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Team: </a:t>
            </a:r>
            <a:r>
              <a:rPr lang="en-IN" sz="1200" dirty="0" err="1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Tirthika</a:t>
            </a:r>
            <a:r>
              <a:rPr lang="en-IN" sz="1200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IN" sz="1200" dirty="0" err="1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Ghadi</a:t>
            </a:r>
            <a:r>
              <a:rPr lang="en-IN" sz="1200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 (H020), Diya P. Shah (H096)</a:t>
            </a:r>
          </a:p>
          <a:p>
            <a:pPr marL="457200" indent="-342900" algn="ctr">
              <a:lnSpc>
                <a:spcPct val="150000"/>
              </a:lnSpc>
              <a:buClr>
                <a:schemeClr val="accent2"/>
              </a:buClr>
              <a:buSzPts val="1800"/>
              <a:defRPr sz="1800"/>
            </a:pPr>
            <a:r>
              <a:rPr lang="en-IN" sz="1200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Course: Dynamic System Modelling (702MH0C023)</a:t>
            </a:r>
          </a:p>
          <a:p>
            <a:pPr marL="457200" indent="-342900" algn="ctr">
              <a:lnSpc>
                <a:spcPct val="150000"/>
              </a:lnSpc>
              <a:buClr>
                <a:schemeClr val="accent2"/>
              </a:buClr>
              <a:buSzPts val="1800"/>
              <a:defRPr sz="1800"/>
            </a:pPr>
            <a:r>
              <a:rPr lang="en-IN" sz="1200" dirty="0" err="1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B.Tech</a:t>
            </a:r>
            <a:r>
              <a:rPr lang="en-IN" sz="1200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 Mechatronics, Sem IV | NMIMS MPSTME Mumbai</a:t>
            </a:r>
          </a:p>
          <a:p>
            <a:pPr marL="457200" indent="-342900" algn="ctr">
              <a:lnSpc>
                <a:spcPct val="150000"/>
              </a:lnSpc>
              <a:buClr>
                <a:schemeClr val="accent2"/>
              </a:buClr>
              <a:buSzPts val="1800"/>
              <a:defRPr sz="1800"/>
            </a:pPr>
            <a:r>
              <a:rPr lang="en-IN" sz="1200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Category: [E] | Complexity: [Medium]</a:t>
            </a:r>
          </a:p>
          <a:p>
            <a:pPr marL="457200" indent="-342900" algn="ctr">
              <a:lnSpc>
                <a:spcPct val="150000"/>
              </a:lnSpc>
              <a:buClr>
                <a:schemeClr val="accent2"/>
              </a:buClr>
              <a:buSzPts val="1800"/>
              <a:defRPr sz="1800"/>
            </a:pPr>
            <a:r>
              <a:rPr lang="en-IN" sz="1200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COs Exercised: [CO1, CO2, CO3, CO4, CO5] | Date: [19/04/2026]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35"/>
          <p:cNvSpPr/>
          <p:nvPr/>
        </p:nvSpPr>
        <p:spPr>
          <a:xfrm>
            <a:off x="241910" y="1861541"/>
            <a:ext cx="2170538" cy="21826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35"/>
          <p:cNvSpPr txBox="1">
            <a:spLocks noGrp="1"/>
          </p:cNvSpPr>
          <p:nvPr>
            <p:ph type="title"/>
          </p:nvPr>
        </p:nvSpPr>
        <p:spPr>
          <a:xfrm>
            <a:off x="-191937" y="322241"/>
            <a:ext cx="9527874" cy="73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2800"/>
            </a:pPr>
            <a:r>
              <a:rPr lang="en-IN" sz="2800" dirty="0"/>
              <a:t>SYSTEM INTRODUCTION &amp; MOTIVE</a:t>
            </a:r>
          </a:p>
        </p:txBody>
      </p:sp>
      <p:sp>
        <p:nvSpPr>
          <p:cNvPr id="1017" name="Google Shape;1017;p35"/>
          <p:cNvSpPr txBox="1">
            <a:spLocks noGrp="1"/>
          </p:cNvSpPr>
          <p:nvPr>
            <p:ph type="title" idx="2"/>
          </p:nvPr>
        </p:nvSpPr>
        <p:spPr>
          <a:xfrm>
            <a:off x="720000" y="1799269"/>
            <a:ext cx="3852000" cy="7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sp>
        <p:nvSpPr>
          <p:cNvPr id="4" name="Google Shape;997;p34">
            <a:extLst>
              <a:ext uri="{FF2B5EF4-FFF2-40B4-BE49-F238E27FC236}">
                <a16:creationId xmlns:a16="http://schemas.microsoft.com/office/drawing/2014/main" id="{2E363D3F-598B-B02E-EAA0-82CE205D1F8E}"/>
              </a:ext>
            </a:extLst>
          </p:cNvPr>
          <p:cNvSpPr/>
          <p:nvPr/>
        </p:nvSpPr>
        <p:spPr>
          <a:xfrm>
            <a:off x="927727" y="1282710"/>
            <a:ext cx="628800" cy="62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998;p34">
            <a:extLst>
              <a:ext uri="{FF2B5EF4-FFF2-40B4-BE49-F238E27FC236}">
                <a16:creationId xmlns:a16="http://schemas.microsoft.com/office/drawing/2014/main" id="{3AB2D5D2-BF31-1302-B4ED-3738A955A4FB}"/>
              </a:ext>
            </a:extLst>
          </p:cNvPr>
          <p:cNvSpPr txBox="1">
            <a:spLocks/>
          </p:cNvSpPr>
          <p:nvPr/>
        </p:nvSpPr>
        <p:spPr>
          <a:xfrm>
            <a:off x="598476" y="1155643"/>
            <a:ext cx="3627943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ytone One"/>
              <a:buNone/>
              <a:defRPr sz="55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ytone One"/>
              <a:buNone/>
              <a:defRPr sz="36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ytone One"/>
              <a:buNone/>
              <a:defRPr sz="36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ytone One"/>
              <a:buNone/>
              <a:defRPr sz="36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ytone One"/>
              <a:buNone/>
              <a:defRPr sz="36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ytone One"/>
              <a:buNone/>
              <a:defRPr sz="36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ytone One"/>
              <a:buNone/>
              <a:defRPr sz="36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ytone One"/>
              <a:buNone/>
              <a:defRPr sz="36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aytone One"/>
              <a:buNone/>
              <a:defRPr sz="36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>
            <a:pPr>
              <a:spcBef>
                <a:spcPts val="600"/>
              </a:spcBef>
              <a:defRPr sz="1800"/>
            </a:pPr>
            <a:r>
              <a:rPr lang="en-US" sz="1800" dirty="0"/>
              <a:t>What is the system?</a:t>
            </a:r>
          </a:p>
        </p:txBody>
      </p:sp>
      <p:sp>
        <p:nvSpPr>
          <p:cNvPr id="6" name="Google Shape;999;p34">
            <a:extLst>
              <a:ext uri="{FF2B5EF4-FFF2-40B4-BE49-F238E27FC236}">
                <a16:creationId xmlns:a16="http://schemas.microsoft.com/office/drawing/2014/main" id="{17E4162E-DDC0-9793-93AD-E60863ED3EC8}"/>
              </a:ext>
            </a:extLst>
          </p:cNvPr>
          <p:cNvSpPr txBox="1">
            <a:spLocks/>
          </p:cNvSpPr>
          <p:nvPr/>
        </p:nvSpPr>
        <p:spPr>
          <a:xfrm>
            <a:off x="589457" y="1341210"/>
            <a:ext cx="9513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72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>
            <a:pPr>
              <a:buSzPts val="3000"/>
            </a:pPr>
            <a:r>
              <a:rPr lang="en" sz="3100" dirty="0"/>
              <a:t>01</a:t>
            </a:r>
          </a:p>
        </p:txBody>
      </p:sp>
      <p:sp>
        <p:nvSpPr>
          <p:cNvPr id="8" name="Google Shape;1000;p34">
            <a:extLst>
              <a:ext uri="{FF2B5EF4-FFF2-40B4-BE49-F238E27FC236}">
                <a16:creationId xmlns:a16="http://schemas.microsoft.com/office/drawing/2014/main" id="{11B19CAF-38DF-E947-E1DD-19D71C534207}"/>
              </a:ext>
            </a:extLst>
          </p:cNvPr>
          <p:cNvSpPr txBox="1">
            <a:spLocks/>
          </p:cNvSpPr>
          <p:nvPr/>
        </p:nvSpPr>
        <p:spPr>
          <a:xfrm>
            <a:off x="1764254" y="1751778"/>
            <a:ext cx="5649777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Questrial"/>
              <a:buNone/>
              <a:defRPr sz="1400" b="0" i="0" u="none" strike="noStrike" cap="none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indent="0" algn="just">
              <a:buSzPts val="1400"/>
            </a:pPr>
            <a:r>
              <a:rPr lang="en-US" sz="1400" dirty="0"/>
              <a:t>A real-time intelligent motor control system consisting of three different motors (DC Motor ,Servo Motor, Stepper Motor) connected with Arduino and controlled using a Digital Twin.</a:t>
            </a:r>
          </a:p>
        </p:txBody>
      </p:sp>
      <p:sp>
        <p:nvSpPr>
          <p:cNvPr id="11" name="Google Shape;999;p34">
            <a:extLst>
              <a:ext uri="{FF2B5EF4-FFF2-40B4-BE49-F238E27FC236}">
                <a16:creationId xmlns:a16="http://schemas.microsoft.com/office/drawing/2014/main" id="{8621BCDE-B1DF-DEE4-B0B6-C4C72F5E7C78}"/>
              </a:ext>
            </a:extLst>
          </p:cNvPr>
          <p:cNvSpPr txBox="1">
            <a:spLocks/>
          </p:cNvSpPr>
          <p:nvPr/>
        </p:nvSpPr>
        <p:spPr>
          <a:xfrm>
            <a:off x="598476" y="2305604"/>
            <a:ext cx="9513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72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>
            <a:pPr>
              <a:buSzPts val="3000"/>
            </a:pPr>
            <a:r>
              <a:rPr lang="en" sz="3100" dirty="0"/>
              <a:t>02</a:t>
            </a:r>
          </a:p>
        </p:txBody>
      </p:sp>
      <p:sp>
        <p:nvSpPr>
          <p:cNvPr id="12" name="Google Shape;1001;p34">
            <a:extLst>
              <a:ext uri="{FF2B5EF4-FFF2-40B4-BE49-F238E27FC236}">
                <a16:creationId xmlns:a16="http://schemas.microsoft.com/office/drawing/2014/main" id="{F4E3A3F0-3DA0-B3AF-C688-7257458DA3B3}"/>
              </a:ext>
            </a:extLst>
          </p:cNvPr>
          <p:cNvSpPr txBox="1">
            <a:spLocks/>
          </p:cNvSpPr>
          <p:nvPr/>
        </p:nvSpPr>
        <p:spPr>
          <a:xfrm>
            <a:off x="1528838" y="2237790"/>
            <a:ext cx="2723400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spcBef>
                <a:spcPts val="600"/>
              </a:spcBef>
              <a:buClr>
                <a:schemeClr val="accent2"/>
              </a:buClr>
              <a:buSzPts val="3600"/>
              <a:defRPr sz="1800"/>
            </a:pPr>
            <a:r>
              <a:rPr lang="en-US" sz="1800" dirty="0">
                <a:solidFill>
                  <a:schemeClr val="accent2"/>
                </a:solidFill>
                <a:latin typeface="Paytone One"/>
                <a:sym typeface="Paytone One"/>
              </a:rPr>
              <a:t>Why does it matter? </a:t>
            </a:r>
          </a:p>
        </p:txBody>
      </p:sp>
      <p:sp>
        <p:nvSpPr>
          <p:cNvPr id="13" name="Google Shape;1003;p34">
            <a:extLst>
              <a:ext uri="{FF2B5EF4-FFF2-40B4-BE49-F238E27FC236}">
                <a16:creationId xmlns:a16="http://schemas.microsoft.com/office/drawing/2014/main" id="{FAE644D9-A47E-822E-1989-095D3DA8D2C3}"/>
              </a:ext>
            </a:extLst>
          </p:cNvPr>
          <p:cNvSpPr txBox="1">
            <a:spLocks/>
          </p:cNvSpPr>
          <p:nvPr/>
        </p:nvSpPr>
        <p:spPr>
          <a:xfrm>
            <a:off x="1764254" y="3060338"/>
            <a:ext cx="27234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2"/>
              </a:buClr>
              <a:buSzPts val="1400"/>
            </a:pPr>
            <a:r>
              <a:rPr lang="en-US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Used in:</a:t>
            </a:r>
          </a:p>
          <a:p>
            <a:pPr>
              <a:buClr>
                <a:schemeClr val="accent2"/>
              </a:buClr>
              <a:buSzPts val="1400"/>
            </a:pPr>
            <a:r>
              <a:rPr lang="en-US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Smart factories </a:t>
            </a:r>
          </a:p>
          <a:p>
            <a:pPr>
              <a:buClr>
                <a:schemeClr val="accent2"/>
              </a:buClr>
              <a:buSzPts val="1400"/>
            </a:pPr>
            <a:r>
              <a:rPr lang="en-US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Robotic systems </a:t>
            </a:r>
          </a:p>
          <a:p>
            <a:pPr>
              <a:buClr>
                <a:schemeClr val="accent2"/>
              </a:buClr>
              <a:buSzPts val="1400"/>
            </a:pPr>
            <a:r>
              <a:rPr lang="en-US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Predictive maintenance </a:t>
            </a:r>
          </a:p>
          <a:p>
            <a:pPr>
              <a:buClr>
                <a:schemeClr val="accent2"/>
              </a:buClr>
              <a:buSzPts val="1400"/>
            </a:pPr>
            <a:r>
              <a:rPr lang="en-US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Industry 4.0 automation </a:t>
            </a:r>
          </a:p>
        </p:txBody>
      </p:sp>
      <p:sp>
        <p:nvSpPr>
          <p:cNvPr id="14" name="Google Shape;1007;p34">
            <a:extLst>
              <a:ext uri="{FF2B5EF4-FFF2-40B4-BE49-F238E27FC236}">
                <a16:creationId xmlns:a16="http://schemas.microsoft.com/office/drawing/2014/main" id="{38A88F7E-8E1A-27EB-F726-51EDB8E2CFAE}"/>
              </a:ext>
            </a:extLst>
          </p:cNvPr>
          <p:cNvSpPr txBox="1">
            <a:spLocks/>
          </p:cNvSpPr>
          <p:nvPr/>
        </p:nvSpPr>
        <p:spPr>
          <a:xfrm>
            <a:off x="1794038" y="3831079"/>
            <a:ext cx="3548962" cy="51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  <a:buClr>
                <a:schemeClr val="accent2"/>
              </a:buClr>
              <a:buSzPts val="3600"/>
              <a:defRPr sz="1800"/>
            </a:pPr>
            <a:r>
              <a:rPr lang="en-IN" sz="1800" dirty="0">
                <a:solidFill>
                  <a:schemeClr val="accent2"/>
                </a:solidFill>
                <a:latin typeface="Paytone One"/>
              </a:rPr>
              <a:t>Problem Statement</a:t>
            </a:r>
          </a:p>
        </p:txBody>
      </p:sp>
      <p:sp>
        <p:nvSpPr>
          <p:cNvPr id="15" name="Google Shape;999;p34">
            <a:extLst>
              <a:ext uri="{FF2B5EF4-FFF2-40B4-BE49-F238E27FC236}">
                <a16:creationId xmlns:a16="http://schemas.microsoft.com/office/drawing/2014/main" id="{B12AC11C-AD09-8163-19EC-6901AB0F465A}"/>
              </a:ext>
            </a:extLst>
          </p:cNvPr>
          <p:cNvSpPr txBox="1">
            <a:spLocks/>
          </p:cNvSpPr>
          <p:nvPr/>
        </p:nvSpPr>
        <p:spPr>
          <a:xfrm>
            <a:off x="589457" y="3849377"/>
            <a:ext cx="9513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72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Paytone One"/>
              <a:buNone/>
              <a:defRPr sz="60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>
            <a:pPr>
              <a:buSzPts val="3000"/>
            </a:pPr>
            <a:r>
              <a:rPr lang="en" sz="3100" dirty="0"/>
              <a:t>03</a:t>
            </a:r>
          </a:p>
        </p:txBody>
      </p:sp>
      <p:sp>
        <p:nvSpPr>
          <p:cNvPr id="16" name="Google Shape;1009;p34">
            <a:extLst>
              <a:ext uri="{FF2B5EF4-FFF2-40B4-BE49-F238E27FC236}">
                <a16:creationId xmlns:a16="http://schemas.microsoft.com/office/drawing/2014/main" id="{0B381A26-372D-9521-E4E7-1403FAD16166}"/>
              </a:ext>
            </a:extLst>
          </p:cNvPr>
          <p:cNvSpPr txBox="1">
            <a:spLocks/>
          </p:cNvSpPr>
          <p:nvPr/>
        </p:nvSpPr>
        <p:spPr>
          <a:xfrm>
            <a:off x="1686655" y="4274144"/>
            <a:ext cx="5572597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Clr>
                <a:schemeClr val="accent2"/>
              </a:buClr>
              <a:buSzPts val="1400"/>
            </a:pPr>
            <a:r>
              <a:rPr lang="en-US" dirty="0">
                <a:solidFill>
                  <a:schemeClr val="accent2"/>
                </a:solidFill>
                <a:latin typeface="Questrial"/>
                <a:ea typeface="Questrial"/>
                <a:cs typeface="Questrial"/>
              </a:rPr>
              <a:t>Can a virtual digital twin detect faults in real motors and automatically heal the system by correcting parameters?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C93D399-E0D7-AADB-EE8B-3B1A83A0D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071" y="2299613"/>
            <a:ext cx="28575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1015;p35">
            <a:extLst>
              <a:ext uri="{FF2B5EF4-FFF2-40B4-BE49-F238E27FC236}">
                <a16:creationId xmlns:a16="http://schemas.microsoft.com/office/drawing/2014/main" id="{7E766505-28B0-EC84-1EC8-290B5743E16F}"/>
              </a:ext>
            </a:extLst>
          </p:cNvPr>
          <p:cNvSpPr/>
          <p:nvPr/>
        </p:nvSpPr>
        <p:spPr>
          <a:xfrm>
            <a:off x="218726" y="923570"/>
            <a:ext cx="1977483" cy="191136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 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85750" indent="-285750"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10" name="Google Shape;1010;p34"/>
          <p:cNvSpPr txBox="1">
            <a:spLocks noGrp="1"/>
          </p:cNvSpPr>
          <p:nvPr>
            <p:ph type="title" idx="15"/>
          </p:nvPr>
        </p:nvSpPr>
        <p:spPr>
          <a:xfrm>
            <a:off x="720000" y="25633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1800"/>
            </a:pPr>
            <a:r>
              <a:rPr lang="en-IN" dirty="0"/>
              <a:t>PROBLEM FORMULATION &amp; ASSUMPTIONS</a:t>
            </a:r>
            <a:endParaRPr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F15E56-42C2-1A1A-24AC-F3E021FB114F}"/>
              </a:ext>
            </a:extLst>
          </p:cNvPr>
          <p:cNvSpPr txBox="1"/>
          <p:nvPr/>
        </p:nvSpPr>
        <p:spPr>
          <a:xfrm>
            <a:off x="246054" y="1092216"/>
            <a:ext cx="2170538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Inputs</a:t>
            </a:r>
          </a:p>
          <a:p>
            <a:pPr marL="28575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PWM Voltage Input</a:t>
            </a:r>
          </a:p>
          <a:p>
            <a:pPr marL="28575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Step Input </a:t>
            </a:r>
          </a:p>
          <a:p>
            <a:pPr marL="28575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Desired Position Command</a:t>
            </a:r>
          </a:p>
          <a:p>
            <a:pPr algn="ctr"/>
            <a:endParaRPr lang="en-IN" dirty="0"/>
          </a:p>
        </p:txBody>
      </p:sp>
      <p:sp>
        <p:nvSpPr>
          <p:cNvPr id="33" name="Google Shape;1015;p35">
            <a:extLst>
              <a:ext uri="{FF2B5EF4-FFF2-40B4-BE49-F238E27FC236}">
                <a16:creationId xmlns:a16="http://schemas.microsoft.com/office/drawing/2014/main" id="{03070A5D-B919-B958-610B-71DBFDCB810B}"/>
              </a:ext>
            </a:extLst>
          </p:cNvPr>
          <p:cNvSpPr/>
          <p:nvPr/>
        </p:nvSpPr>
        <p:spPr>
          <a:xfrm>
            <a:off x="2469994" y="923571"/>
            <a:ext cx="1977483" cy="191136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 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4D064A-7E10-4637-5F72-8137AF9B2831}"/>
              </a:ext>
            </a:extLst>
          </p:cNvPr>
          <p:cNvSpPr txBox="1"/>
          <p:nvPr/>
        </p:nvSpPr>
        <p:spPr>
          <a:xfrm>
            <a:off x="2565130" y="1135154"/>
            <a:ext cx="1911012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Outputs</a:t>
            </a:r>
          </a:p>
          <a:p>
            <a:pPr marL="28575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Motor Speed (RPM) </a:t>
            </a:r>
          </a:p>
          <a:p>
            <a:pPr marL="28575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Shaft Position </a:t>
            </a:r>
          </a:p>
          <a:p>
            <a:pPr marL="28575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Current Drawn</a:t>
            </a:r>
          </a:p>
          <a:p>
            <a:pPr algn="ctr"/>
            <a:endParaRPr lang="en-IN" dirty="0"/>
          </a:p>
        </p:txBody>
      </p:sp>
      <p:sp>
        <p:nvSpPr>
          <p:cNvPr id="34" name="Google Shape;1015;p35">
            <a:extLst>
              <a:ext uri="{FF2B5EF4-FFF2-40B4-BE49-F238E27FC236}">
                <a16:creationId xmlns:a16="http://schemas.microsoft.com/office/drawing/2014/main" id="{3E1C34FB-34C6-0906-54AB-AE45CC0B12EC}"/>
              </a:ext>
            </a:extLst>
          </p:cNvPr>
          <p:cNvSpPr/>
          <p:nvPr/>
        </p:nvSpPr>
        <p:spPr>
          <a:xfrm>
            <a:off x="6908038" y="923570"/>
            <a:ext cx="1977483" cy="191136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IN" b="1" dirty="0"/>
              <a:t> </a:t>
            </a:r>
            <a:endParaRPr lang="en-IN" dirty="0"/>
          </a:p>
          <a:p>
            <a:pPr algn="ctr"/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Google Shape;1015;p35">
            <a:extLst>
              <a:ext uri="{FF2B5EF4-FFF2-40B4-BE49-F238E27FC236}">
                <a16:creationId xmlns:a16="http://schemas.microsoft.com/office/drawing/2014/main" id="{E4A8C411-50FB-DB17-1354-1D7BDF3C6C18}"/>
              </a:ext>
            </a:extLst>
          </p:cNvPr>
          <p:cNvSpPr/>
          <p:nvPr/>
        </p:nvSpPr>
        <p:spPr>
          <a:xfrm>
            <a:off x="4696525" y="923570"/>
            <a:ext cx="1977483" cy="191136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5925FA-A405-E3BA-DAFD-6A01D0521373}"/>
              </a:ext>
            </a:extLst>
          </p:cNvPr>
          <p:cNvSpPr txBox="1"/>
          <p:nvPr/>
        </p:nvSpPr>
        <p:spPr>
          <a:xfrm>
            <a:off x="4845063" y="1217533"/>
            <a:ext cx="178919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State Variables</a:t>
            </a:r>
          </a:p>
          <a:p>
            <a:pPr marL="28575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Angular Position θ </a:t>
            </a:r>
          </a:p>
          <a:p>
            <a:pPr marL="28575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Angular Velocity ω </a:t>
            </a:r>
          </a:p>
          <a:p>
            <a:pPr marL="28575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Current I</a:t>
            </a:r>
          </a:p>
          <a:p>
            <a:pPr algn="ctr"/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9221F1-CA4B-3085-7776-E2A83C134241}"/>
              </a:ext>
            </a:extLst>
          </p:cNvPr>
          <p:cNvSpPr txBox="1"/>
          <p:nvPr/>
        </p:nvSpPr>
        <p:spPr>
          <a:xfrm>
            <a:off x="7096331" y="1092216"/>
            <a:ext cx="178919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Parameters</a:t>
            </a:r>
          </a:p>
          <a:p>
            <a:pPr marL="25200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Resistance R</a:t>
            </a:r>
          </a:p>
          <a:p>
            <a:pPr marL="25200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Inductance L</a:t>
            </a:r>
          </a:p>
          <a:p>
            <a:pPr marL="25200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Inertia J</a:t>
            </a:r>
          </a:p>
          <a:p>
            <a:pPr marL="25200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Friction B</a:t>
            </a:r>
          </a:p>
          <a:p>
            <a:pPr marL="285750" indent="-285750"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5F78326-9F7A-6C52-06B5-D0A4E181B7BB}"/>
              </a:ext>
            </a:extLst>
          </p:cNvPr>
          <p:cNvSpPr/>
          <p:nvPr/>
        </p:nvSpPr>
        <p:spPr>
          <a:xfrm>
            <a:off x="542692" y="3181813"/>
            <a:ext cx="3635298" cy="150169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IN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0D15C8-8468-F555-07DB-1A7C3FF8625F}"/>
              </a:ext>
            </a:extLst>
          </p:cNvPr>
          <p:cNvSpPr txBox="1"/>
          <p:nvPr/>
        </p:nvSpPr>
        <p:spPr>
          <a:xfrm>
            <a:off x="542693" y="3208127"/>
            <a:ext cx="3508918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Degree Of Freedoms </a:t>
            </a:r>
          </a:p>
          <a:p>
            <a:pPr marL="28575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3 Degrees of Freedom</a:t>
            </a:r>
          </a:p>
          <a:p>
            <a:pPr marL="28575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Each motor has independent rotational motion</a:t>
            </a:r>
          </a:p>
          <a:p>
            <a:pPr marL="285750" indent="-285750"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D60042B-547E-F938-4775-F4F0EF623950}"/>
              </a:ext>
            </a:extLst>
          </p:cNvPr>
          <p:cNvSpPr/>
          <p:nvPr/>
        </p:nvSpPr>
        <p:spPr>
          <a:xfrm>
            <a:off x="4724398" y="3181814"/>
            <a:ext cx="3635298" cy="150169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IN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48768B-3892-4292-12A2-6F4F4C551E46}"/>
              </a:ext>
            </a:extLst>
          </p:cNvPr>
          <p:cNvSpPr txBox="1"/>
          <p:nvPr/>
        </p:nvSpPr>
        <p:spPr>
          <a:xfrm>
            <a:off x="4778019" y="3208127"/>
            <a:ext cx="3528055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Assumptions</a:t>
            </a:r>
          </a:p>
          <a:p>
            <a:pPr marL="28575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Linear motor behavior near operating region</a:t>
            </a:r>
          </a:p>
          <a:p>
            <a:pPr marL="28575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 backlash in gears</a:t>
            </a:r>
          </a:p>
          <a:p>
            <a:pPr marL="285750" indent="-285750"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Constant supply voltage</a:t>
            </a:r>
          </a:p>
          <a:p>
            <a:pPr>
              <a:lnSpc>
                <a:spcPct val="150000"/>
              </a:lnSpc>
              <a:buClr>
                <a:schemeClr val="accent2">
                  <a:lumMod val="60000"/>
                  <a:lumOff val="40000"/>
                </a:schemeClr>
              </a:buClr>
            </a:pPr>
            <a:endParaRPr lang="en-IN" sz="1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85750" indent="-285750"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85750" indent="-285750"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85750" indent="-285750"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Clr>
                <a:schemeClr val="accent2">
                  <a:lumMod val="60000"/>
                  <a:lumOff val="40000"/>
                </a:schemeClr>
              </a:buClr>
            </a:pP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85750" indent="-285750"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85750" indent="-285750"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85750" indent="-285750"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85750" indent="-285750"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85750" indent="-285750"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buClr>
                <a:schemeClr val="accent2">
                  <a:lumMod val="60000"/>
                  <a:lumOff val="40000"/>
                </a:schemeClr>
              </a:buClr>
            </a:pP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36"/>
          <p:cNvSpPr txBox="1">
            <a:spLocks noGrp="1"/>
          </p:cNvSpPr>
          <p:nvPr>
            <p:ph type="title"/>
          </p:nvPr>
        </p:nvSpPr>
        <p:spPr>
          <a:xfrm>
            <a:off x="1654489" y="274045"/>
            <a:ext cx="5939100" cy="5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SzPts val="1800"/>
            </a:pPr>
            <a:r>
              <a:rPr lang="en" dirty="0"/>
              <a:t>FREE BODY DIAGRAM (FBD)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25A24-0CD6-00C9-80C3-D8F5E81AB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985" y="1152846"/>
            <a:ext cx="5574913" cy="37166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37"/>
          <p:cNvSpPr txBox="1">
            <a:spLocks noGrp="1"/>
          </p:cNvSpPr>
          <p:nvPr>
            <p:ph type="subTitle" idx="1"/>
          </p:nvPr>
        </p:nvSpPr>
        <p:spPr>
          <a:xfrm>
            <a:off x="1996200" y="1567050"/>
            <a:ext cx="5151600" cy="147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9035F2-AC8B-E803-75D8-7546ECCE4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302" y="300784"/>
            <a:ext cx="5279396" cy="531900"/>
          </a:xfrm>
        </p:spPr>
        <p:txBody>
          <a:bodyPr/>
          <a:lstStyle/>
          <a:p>
            <a:r>
              <a:rPr lang="en-IN" sz="2800" dirty="0"/>
              <a:t>MATHEMATICAL DERIVATION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65A03-F4FC-AF88-3594-041C762DEDBD}"/>
              </a:ext>
            </a:extLst>
          </p:cNvPr>
          <p:cNvSpPr txBox="1"/>
          <p:nvPr/>
        </p:nvSpPr>
        <p:spPr>
          <a:xfrm>
            <a:off x="910681" y="1325807"/>
            <a:ext cx="7798419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accent2"/>
                </a:solidFill>
                <a:latin typeface="Paytone One"/>
                <a:sym typeface="Paytone One"/>
              </a:rPr>
              <a:t>Method</a:t>
            </a:r>
          </a:p>
          <a:p>
            <a:r>
              <a:rPr lang="en-IN" sz="2000" dirty="0">
                <a:solidFill>
                  <a:schemeClr val="accent2"/>
                </a:solidFill>
                <a:latin typeface="+mn-lt"/>
                <a:sym typeface="Paytone One"/>
              </a:rPr>
              <a:t> </a:t>
            </a:r>
            <a:r>
              <a:rPr lang="en-IN" dirty="0">
                <a:solidFill>
                  <a:schemeClr val="accent2"/>
                </a:solidFill>
                <a:latin typeface="+mn-lt"/>
                <a:ea typeface="Questrial"/>
                <a:cs typeface="Questrial"/>
                <a:sym typeface="Questrial"/>
              </a:rPr>
              <a:t>Newton</a:t>
            </a:r>
          </a:p>
          <a:p>
            <a:endParaRPr lang="en-IN" dirty="0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r>
              <a:rPr lang="en-IN" sz="1800" dirty="0">
                <a:solidFill>
                  <a:schemeClr val="accent2"/>
                </a:solidFill>
                <a:latin typeface="Paytone One"/>
                <a:sym typeface="Questrial"/>
              </a:rPr>
              <a:t>Why this method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2"/>
                </a:solidFill>
                <a:latin typeface="+mn-lt"/>
                <a:ea typeface="Questrial"/>
                <a:cs typeface="Questrial"/>
              </a:rPr>
              <a:t>Newton’s rotational law was used because the motor system has direct torque interactions on the shaft, making it easiest to model using a Free Body Diagram (FBD).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/>
                </a:solidFill>
                <a:latin typeface="+mn-lt"/>
                <a:ea typeface="Questrial"/>
                <a:cs typeface="Questrial"/>
              </a:rPr>
              <a:t>Newton’s method is preferred over Lagrange here because the system is a simple rotating body with minimal constraints, so no need for energy-coordinate formulation. It gives a faster and more intuitive derivation for electromechanical motor dynamics.</a:t>
            </a:r>
            <a:endParaRPr lang="en-IN" dirty="0">
              <a:solidFill>
                <a:schemeClr val="accent2"/>
              </a:solidFill>
              <a:latin typeface="+mn-lt"/>
              <a:ea typeface="Questrial"/>
              <a:cs typeface="Questrial"/>
            </a:endParaRPr>
          </a:p>
          <a:p>
            <a:endParaRPr lang="en-IN" sz="1200" dirty="0">
              <a:solidFill>
                <a:schemeClr val="accent2"/>
              </a:solidFill>
              <a:latin typeface="+mj-lt"/>
              <a:ea typeface="Questrial"/>
              <a:cs typeface="Questrial"/>
            </a:endParaRPr>
          </a:p>
          <a:p>
            <a:endParaRPr lang="en-IN" sz="1800" dirty="0">
              <a:solidFill>
                <a:schemeClr val="accent2"/>
              </a:solidFill>
              <a:latin typeface="Paytone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8043D4-2F31-D414-3115-5BEFF4C220FC}"/>
                  </a:ext>
                </a:extLst>
              </p:cNvPr>
              <p:cNvSpPr txBox="1"/>
              <p:nvPr/>
            </p:nvSpPr>
            <p:spPr>
              <a:xfrm>
                <a:off x="981307" y="209083"/>
                <a:ext cx="7909932" cy="4725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solidFill>
                      <a:schemeClr val="accent2"/>
                    </a:solidFill>
                    <a:latin typeface="Paytone One"/>
                  </a:rPr>
                  <a:t>Step by step equations: </a:t>
                </a:r>
              </a:p>
              <a:p>
                <a:pPr>
                  <a:buClr>
                    <a:schemeClr val="accent2"/>
                  </a:buClr>
                  <a:buSzPts val="1400"/>
                </a:pPr>
                <a:r>
                  <a:rPr lang="en-IN" b="1" dirty="0">
                    <a:solidFill>
                      <a:schemeClr val="accent2"/>
                    </a:solidFill>
                    <a:latin typeface="+mn-lt"/>
                    <a:ea typeface="Questrial"/>
                    <a:cs typeface="Questrial"/>
                  </a:rPr>
                  <a:t>Step 1</a:t>
                </a:r>
                <a:r>
                  <a:rPr lang="en-IN" dirty="0">
                    <a:solidFill>
                      <a:schemeClr val="accent2"/>
                    </a:solidFill>
                    <a:latin typeface="+mn-lt"/>
                    <a:ea typeface="Questrial"/>
                    <a:cs typeface="Questrial"/>
                  </a:rPr>
                  <a:t>: </a:t>
                </a:r>
                <a:r>
                  <a:rPr lang="en-IN" b="1" dirty="0">
                    <a:solidFill>
                      <a:schemeClr val="accent2"/>
                    </a:solidFill>
                    <a:latin typeface="+mn-lt"/>
                    <a:ea typeface="Questrial"/>
                    <a:cs typeface="Questrial"/>
                  </a:rPr>
                  <a:t>Apply Newton’s Law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nary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pPr>
                  <a:buClr>
                    <a:schemeClr val="accent2"/>
                  </a:buClr>
                  <a:buSzPts val="1400"/>
                </a:pPr>
                <a:r>
                  <a:rPr lang="en-IN" b="1" dirty="0">
                    <a:solidFill>
                      <a:schemeClr val="accent2"/>
                    </a:solidFill>
                    <a:latin typeface="Questrial"/>
                    <a:ea typeface="Questrial"/>
                    <a:cs typeface="Questrial"/>
                  </a:rPr>
                  <a:t> </a:t>
                </a:r>
                <a:r>
                  <a:rPr lang="en-IN" b="1" dirty="0">
                    <a:solidFill>
                      <a:schemeClr val="accent2"/>
                    </a:solidFill>
                    <a:latin typeface="+mn-lt"/>
                    <a:ea typeface="Questrial"/>
                    <a:cs typeface="Questrial"/>
                  </a:rPr>
                  <a:t>Step 2: Substitute torques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𝑚𝑜𝑡𝑜𝑟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ar-AE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𝑙𝑜𝑎𝑑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IN" b="1" dirty="0">
                    <a:solidFill>
                      <a:schemeClr val="accent2"/>
                    </a:solidFill>
                    <a:latin typeface="+mn-lt"/>
                    <a:ea typeface="Questrial"/>
                    <a:cs typeface="Questrial"/>
                  </a:rPr>
                  <a:t>Step 3: Add system relations</a:t>
                </a:r>
              </a:p>
              <a:p>
                <a:r>
                  <a:rPr lang="en-IN" dirty="0">
                    <a:solidFill>
                      <a:schemeClr val="accent2"/>
                    </a:solidFill>
                    <a:latin typeface="+mn-lt"/>
                    <a:ea typeface="Questrial"/>
                    <a:cs typeface="Questrial"/>
                  </a:rPr>
                  <a:t>From motor physics: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𝑚𝑜𝑡𝑜𝑟</m:t>
                          </m:r>
                        </m:sub>
                      </m:sSub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  <a:p>
                <a:br>
                  <a:rPr lang="ar-AE" dirty="0">
                    <a:solidFill>
                      <a:schemeClr val="bg1"/>
                    </a:solidFill>
                  </a:rPr>
                </a:br>
                <a:endParaRPr lang="ar-AE" dirty="0">
                  <a:solidFill>
                    <a:schemeClr val="bg1"/>
                  </a:solidFill>
                </a:endParaRPr>
              </a:p>
              <a:p>
                <a:r>
                  <a:rPr lang="en-IN" b="1" dirty="0"/>
                  <a:t> </a:t>
                </a:r>
                <a:r>
                  <a:rPr lang="en-IN" b="1" dirty="0">
                    <a:solidFill>
                      <a:schemeClr val="accent2"/>
                    </a:solidFill>
                    <a:latin typeface="+mn-lt"/>
                    <a:ea typeface="Questrial"/>
                    <a:cs typeface="Questrial"/>
                  </a:rPr>
                  <a:t>Step 4: Final dynamic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ar-AE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ar-AE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𝑙𝑜𝑎𝑑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endParaRPr lang="en-IN" dirty="0">
                  <a:solidFill>
                    <a:schemeClr val="accent2"/>
                  </a:solidFill>
                  <a:latin typeface="Paytone One"/>
                </a:endParaRPr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8043D4-2F31-D414-3115-5BEFF4C22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307" y="209083"/>
                <a:ext cx="7909932" cy="4725333"/>
              </a:xfrm>
              <a:prstGeom prst="rect">
                <a:avLst/>
              </a:prstGeom>
              <a:blipFill>
                <a:blip r:embed="rId2"/>
                <a:stretch>
                  <a:fillRect l="-847" t="-41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29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0"/>
          <p:cNvSpPr txBox="1">
            <a:spLocks noGrp="1"/>
          </p:cNvSpPr>
          <p:nvPr>
            <p:ph type="title"/>
          </p:nvPr>
        </p:nvSpPr>
        <p:spPr>
          <a:xfrm>
            <a:off x="-462591" y="516482"/>
            <a:ext cx="625434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FINAL EQUATIONS </a:t>
            </a: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DAFB5F-1A47-EC06-0D5B-03D818F2160C}"/>
              </a:ext>
            </a:extLst>
          </p:cNvPr>
          <p:cNvSpPr/>
          <p:nvPr/>
        </p:nvSpPr>
        <p:spPr>
          <a:xfrm>
            <a:off x="5925015" y="1089182"/>
            <a:ext cx="780585" cy="19959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Google Shape;1066;p40">
            <a:extLst>
              <a:ext uri="{FF2B5EF4-FFF2-40B4-BE49-F238E27FC236}">
                <a16:creationId xmlns:a16="http://schemas.microsoft.com/office/drawing/2014/main" id="{F6AF2E32-5220-30A3-F87C-B00D733E98DC}"/>
              </a:ext>
            </a:extLst>
          </p:cNvPr>
          <p:cNvSpPr txBox="1">
            <a:spLocks/>
          </p:cNvSpPr>
          <p:nvPr/>
        </p:nvSpPr>
        <p:spPr>
          <a:xfrm>
            <a:off x="4404410" y="2713457"/>
            <a:ext cx="625434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accent2"/>
                </a:solidFill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>
            <a:r>
              <a:rPr lang="en-IN" dirty="0"/>
              <a:t>STATE – SPACE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Subtitle 5">
                <a:extLst>
                  <a:ext uri="{FF2B5EF4-FFF2-40B4-BE49-F238E27FC236}">
                    <a16:creationId xmlns:a16="http://schemas.microsoft.com/office/drawing/2014/main" id="{8FC2386E-6EBC-BC2C-650A-6A2B74CC306A}"/>
                  </a:ext>
                </a:extLst>
              </p:cNvPr>
              <p:cNvSpPr>
                <a:spLocks noGrp="1"/>
              </p:cNvSpPr>
              <p:nvPr>
                <p:ph type="subTitle" idx="3"/>
              </p:nvPr>
            </p:nvSpPr>
            <p:spPr>
              <a:xfrm>
                <a:off x="542693" y="1454764"/>
                <a:ext cx="4875677" cy="1296900"/>
              </a:xfrm>
              <a:solidFill>
                <a:schemeClr val="accent2"/>
              </a:solidFill>
            </p:spPr>
            <p:txBody>
              <a:bodyPr/>
              <a:lstStyle/>
              <a:p>
                <a:pPr algn="ctr"/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f>
                      <m:fPr>
                        <m:ctrlPr>
                          <a:rPr lang="ar-A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ar-A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ar-A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ar-AE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A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ar-AE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ar-AE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ar-AE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𝑙𝑜𝑎𝑑</m:t>
                        </m:r>
                      </m:sub>
                    </m:sSub>
                    <m:r>
                      <a:rPr lang="ar-AE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​</a:t>
                </a:r>
                <a:endParaRPr lang="en-IN" dirty="0">
                  <a:latin typeface="+mn-lt"/>
                </a:endParaRPr>
              </a:p>
            </p:txBody>
          </p:sp>
        </mc:Choice>
        <mc:Fallback>
          <p:sp>
            <p:nvSpPr>
              <p:cNvPr id="6" name="Subtitle 5">
                <a:extLst>
                  <a:ext uri="{FF2B5EF4-FFF2-40B4-BE49-F238E27FC236}">
                    <a16:creationId xmlns:a16="http://schemas.microsoft.com/office/drawing/2014/main" id="{8FC2386E-6EBC-BC2C-650A-6A2B74CC30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3"/>
              </p:nvPr>
            </p:nvSpPr>
            <p:spPr>
              <a:xfrm>
                <a:off x="542693" y="1454764"/>
                <a:ext cx="4875677" cy="12969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Subtitle 7">
                <a:extLst>
                  <a:ext uri="{FF2B5EF4-FFF2-40B4-BE49-F238E27FC236}">
                    <a16:creationId xmlns:a16="http://schemas.microsoft.com/office/drawing/2014/main" id="{0DE3A08A-82E5-1F9F-5368-7C64BACF32EF}"/>
                  </a:ext>
                </a:extLst>
              </p:cNvPr>
              <p:cNvSpPr>
                <a:spLocks noGrp="1"/>
              </p:cNvSpPr>
              <p:nvPr>
                <p:ph type="subTitle" idx="4"/>
              </p:nvPr>
            </p:nvSpPr>
            <p:spPr>
              <a:xfrm>
                <a:off x="3274358" y="3525094"/>
                <a:ext cx="5554076" cy="1459679"/>
              </a:xfrm>
              <a:solidFill>
                <a:schemeClr val="accent2"/>
              </a:solidFill>
            </p:spPr>
            <p:txBody>
              <a:bodyPr/>
              <a:lstStyle/>
              <a:p>
                <a:r>
                  <a:rPr lang="en-IN" dirty="0">
                    <a:solidFill>
                      <a:schemeClr val="bg1"/>
                    </a:solidFill>
                  </a:rPr>
                  <a:t>x˙=</a:t>
                </a:r>
                <a:r>
                  <a:rPr lang="en-IN" dirty="0" err="1">
                    <a:solidFill>
                      <a:schemeClr val="bg1"/>
                    </a:solidFill>
                  </a:rPr>
                  <a:t>Ax+Bu</a:t>
                </a:r>
                <a:r>
                  <a:rPr lang="en-IN" dirty="0">
                    <a:solidFill>
                      <a:schemeClr val="bg1"/>
                    </a:solidFill>
                  </a:rPr>
                  <a:t> </a:t>
                </a:r>
              </a:p>
              <a:p>
                <a:r>
                  <a:rPr lang="en-IN" dirty="0">
                    <a:solidFill>
                      <a:schemeClr val="bg1"/>
                    </a:solidFill>
                  </a:rPr>
                  <a:t>Where:  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chemeClr val="bg1"/>
                        </a:solidFill>
                      </a:rPr>
                      <m:t>𝐴</m:t>
                    </m:r>
                    <m:r>
                      <a:rPr lang="en-IN">
                        <a:solidFill>
                          <a:schemeClr val="bg1"/>
                        </a:solidFill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solidFill>
                              <a:schemeClr val="bg1"/>
                            </a:solidFill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solidFill>
                                  <a:schemeClr val="bg1"/>
                                </a:solidFill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 i="1">
                                      <a:solidFill>
                                        <a:schemeClr val="bg1"/>
                                      </a:solidFill>
                                    </a:rPr>
                                  </m:ctrlPr>
                                </m:fPr>
                                <m:num>
                                  <m:r>
                                    <a:rPr lang="ar-AE" i="1">
                                      <a:solidFill>
                                        <a:schemeClr val="bg1"/>
                                      </a:solidFill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ar-AE" i="1">
                                      <a:solidFill>
                                        <a:schemeClr val="bg1"/>
                                      </a:solidFill>
                                    </a:rPr>
                                    <m:t>𝐽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ar-AE" i="1">
                                      <a:solidFill>
                                        <a:schemeClr val="bg1"/>
                                      </a:solidFill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ar-AE" i="1">
                                          <a:solidFill>
                                            <a:schemeClr val="bg1"/>
                                          </a:solidFill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solidFill>
                                            <a:schemeClr val="bg1"/>
                                          </a:solidFill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solidFill>
                                            <a:schemeClr val="bg1"/>
                                          </a:solidFill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ar-AE" i="1">
                                      <a:solidFill>
                                        <a:schemeClr val="bg1"/>
                                      </a:solidFill>
                                    </a:rPr>
                                    <m:t>𝐽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 i="1">
                                      <a:solidFill>
                                        <a:schemeClr val="bg1"/>
                                      </a:solidFill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ar-AE" i="1">
                                          <a:solidFill>
                                            <a:schemeClr val="bg1"/>
                                          </a:solidFill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solidFill>
                                            <a:schemeClr val="bg1"/>
                                          </a:solidFill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solidFill>
                                            <a:schemeClr val="bg1"/>
                                          </a:solidFill>
                                        </a:rPr>
                                        <m:t>𝑒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ar-AE" i="1">
                                      <a:solidFill>
                                        <a:schemeClr val="bg1"/>
                                      </a:solidFill>
                                    </a:rPr>
                                    <m:t>𝐿</m:t>
                                  </m:r>
                                </m:den>
                              </m:f>
                            </m:e>
                            <m:e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 i="1">
                                      <a:solidFill>
                                        <a:schemeClr val="bg1"/>
                                      </a:solidFill>
                                    </a:rPr>
                                  </m:ctrlPr>
                                </m:fPr>
                                <m:num>
                                  <m:r>
                                    <a:rPr lang="ar-AE" i="1">
                                      <a:solidFill>
                                        <a:schemeClr val="bg1"/>
                                      </a:solidFill>
                                    </a:rPr>
                                    <m:t>𝑅</m:t>
                                  </m:r>
                                </m:num>
                                <m:den>
                                  <m:r>
                                    <a:rPr lang="ar-AE" i="1">
                                      <a:solidFill>
                                        <a:schemeClr val="bg1"/>
                                      </a:solidFill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IN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ar-AE" i="1">
                        <a:solidFill>
                          <a:schemeClr val="bg1"/>
                        </a:solidFill>
                      </a:rPr>
                      <m:t>𝐵</m:t>
                    </m:r>
                    <m:r>
                      <a:rPr lang="ar-AE">
                        <a:solidFill>
                          <a:schemeClr val="bg1"/>
                        </a:solidFill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solidFill>
                              <a:schemeClr val="bg1"/>
                            </a:solidFill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solidFill>
                                  <a:schemeClr val="bg1"/>
                                </a:solidFill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solidFill>
                                    <a:schemeClr val="bg1"/>
                                  </a:solidFill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ar-AE" i="1">
                                      <a:solidFill>
                                        <a:schemeClr val="bg1"/>
                                      </a:solidFill>
                                    </a:rPr>
                                  </m:ctrlPr>
                                </m:fPr>
                                <m:num>
                                  <m:r>
                                    <a:rPr lang="ar-AE">
                                      <a:solidFill>
                                        <a:schemeClr val="bg1"/>
                                      </a:solidFill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ar-AE" i="1">
                                      <a:solidFill>
                                        <a:schemeClr val="bg1"/>
                                      </a:solidFill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ar-AE" dirty="0">
                  <a:solidFill>
                    <a:schemeClr val="bg1"/>
                  </a:solidFill>
                </a:endParaRPr>
              </a:p>
              <a:p>
                <a:endParaRPr lang="en-IN" dirty="0"/>
              </a:p>
            </p:txBody>
          </p:sp>
        </mc:Choice>
        <mc:Fallback>
          <p:sp>
            <p:nvSpPr>
              <p:cNvPr id="8" name="Subtitle 7">
                <a:extLst>
                  <a:ext uri="{FF2B5EF4-FFF2-40B4-BE49-F238E27FC236}">
                    <a16:creationId xmlns:a16="http://schemas.microsoft.com/office/drawing/2014/main" id="{0DE3A08A-82E5-1F9F-5368-7C64BACF3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4"/>
              </p:nvPr>
            </p:nvSpPr>
            <p:spPr>
              <a:xfrm>
                <a:off x="3274358" y="3525094"/>
                <a:ext cx="5554076" cy="1459679"/>
              </a:xfrm>
              <a:blipFill>
                <a:blip r:embed="rId4"/>
                <a:stretch>
                  <a:fillRect t="-41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SIMULATION AND ENERGY ANALYSIS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B2B09A-4A67-3337-9409-F6BFBF1AD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85" y="1286411"/>
            <a:ext cx="7040137" cy="32694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8"/>
          <p:cNvSpPr txBox="1">
            <a:spLocks noGrp="1"/>
          </p:cNvSpPr>
          <p:nvPr>
            <p:ph type="title"/>
          </p:nvPr>
        </p:nvSpPr>
        <p:spPr>
          <a:xfrm>
            <a:off x="1388100" y="208155"/>
            <a:ext cx="6367800" cy="68432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2800"/>
            </a:pPr>
            <a:r>
              <a:rPr lang="en" sz="2800" dirty="0"/>
              <a:t>SIMULATION VALIDATION  </a:t>
            </a:r>
            <a:endParaRPr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A2C0D0-4EEE-5312-6E82-52A0EB4B8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14" y="935516"/>
            <a:ext cx="2958291" cy="37495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4AE737-69F8-4E39-2DAC-598280269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931" y="935516"/>
            <a:ext cx="2718448" cy="37495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VALIDATION &amp; ANALYSIS 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0609C-4F4D-2732-7F83-06D66AAC5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426" y="1084919"/>
            <a:ext cx="5887147" cy="39247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47"/>
          <p:cNvSpPr txBox="1">
            <a:spLocks noGrp="1"/>
          </p:cNvSpPr>
          <p:nvPr>
            <p:ph type="subTitle" idx="1"/>
          </p:nvPr>
        </p:nvSpPr>
        <p:spPr>
          <a:xfrm>
            <a:off x="3104651" y="1502350"/>
            <a:ext cx="3571500" cy="11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/>
              <a:t>Learned </a:t>
            </a:r>
          </a:p>
          <a:p>
            <a:r>
              <a:rPr lang="en-US" dirty="0"/>
              <a:t>Modeling real systems </a:t>
            </a:r>
          </a:p>
          <a:p>
            <a:r>
              <a:rPr lang="en-US" dirty="0"/>
              <a:t>PID control </a:t>
            </a:r>
          </a:p>
          <a:p>
            <a:r>
              <a:rPr lang="en-US" dirty="0"/>
              <a:t>Simulink analysis </a:t>
            </a:r>
          </a:p>
          <a:p>
            <a:r>
              <a:rPr lang="en-US" dirty="0"/>
              <a:t>Hardware-software integration </a:t>
            </a:r>
          </a:p>
        </p:txBody>
      </p:sp>
      <p:sp>
        <p:nvSpPr>
          <p:cNvPr id="1233" name="Google Shape;1233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sp>
        <p:nvSpPr>
          <p:cNvPr id="1234" name="Google Shape;1234;p47"/>
          <p:cNvSpPr txBox="1">
            <a:spLocks noGrp="1"/>
          </p:cNvSpPr>
          <p:nvPr>
            <p:ph type="title" idx="3"/>
          </p:nvPr>
        </p:nvSpPr>
        <p:spPr>
          <a:xfrm>
            <a:off x="1140350" y="1502350"/>
            <a:ext cx="1719300" cy="11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47"/>
          <p:cNvSpPr txBox="1">
            <a:spLocks noGrp="1"/>
          </p:cNvSpPr>
          <p:nvPr>
            <p:ph type="subTitle" idx="2"/>
          </p:nvPr>
        </p:nvSpPr>
        <p:spPr>
          <a:xfrm>
            <a:off x="2462650" y="3163050"/>
            <a:ext cx="3571500" cy="10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/>
              <a:t>Future Scope</a:t>
            </a:r>
          </a:p>
          <a:p>
            <a:r>
              <a:rPr lang="en-US" dirty="0"/>
              <a:t>AI predictive maintenance </a:t>
            </a:r>
          </a:p>
          <a:p>
            <a:r>
              <a:rPr lang="en-US" dirty="0"/>
              <a:t>Cloud monitoring </a:t>
            </a:r>
          </a:p>
          <a:p>
            <a:r>
              <a:rPr lang="en-US" dirty="0"/>
              <a:t>Unity 3D dashboard</a:t>
            </a:r>
          </a:p>
        </p:txBody>
      </p:sp>
      <p:sp>
        <p:nvSpPr>
          <p:cNvPr id="1236" name="Google Shape;1236;p47"/>
          <p:cNvSpPr txBox="1">
            <a:spLocks noGrp="1"/>
          </p:cNvSpPr>
          <p:nvPr>
            <p:ph type="title" idx="4"/>
          </p:nvPr>
        </p:nvSpPr>
        <p:spPr>
          <a:xfrm>
            <a:off x="6177550" y="3108750"/>
            <a:ext cx="1719300" cy="11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 </a:t>
            </a:r>
            <a:endParaRPr dirty="0"/>
          </a:p>
        </p:txBody>
      </p:sp>
      <p:sp>
        <p:nvSpPr>
          <p:cNvPr id="1077" name="Google Shape;1077;p41"/>
          <p:cNvSpPr/>
          <p:nvPr/>
        </p:nvSpPr>
        <p:spPr>
          <a:xfrm rot="5400000">
            <a:off x="5919575" y="973750"/>
            <a:ext cx="162300" cy="2867400"/>
          </a:xfrm>
          <a:prstGeom prst="rect">
            <a:avLst/>
          </a:prstGeom>
          <a:solidFill>
            <a:srgbClr val="FFFFFF">
              <a:alpha val="27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41"/>
          <p:cNvSpPr/>
          <p:nvPr/>
        </p:nvSpPr>
        <p:spPr>
          <a:xfrm rot="5400000">
            <a:off x="4489888" y="692300"/>
            <a:ext cx="162300" cy="5550000"/>
          </a:xfrm>
          <a:prstGeom prst="rect">
            <a:avLst/>
          </a:prstGeom>
          <a:solidFill>
            <a:srgbClr val="FFFFFF">
              <a:alpha val="27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41"/>
          <p:cNvSpPr/>
          <p:nvPr/>
        </p:nvSpPr>
        <p:spPr>
          <a:xfrm rot="5400000">
            <a:off x="4490875" y="2788050"/>
            <a:ext cx="162300" cy="3478200"/>
          </a:xfrm>
          <a:prstGeom prst="rect">
            <a:avLst/>
          </a:prstGeom>
          <a:solidFill>
            <a:srgbClr val="FFFFFF">
              <a:alpha val="27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41"/>
          <p:cNvSpPr/>
          <p:nvPr/>
        </p:nvSpPr>
        <p:spPr>
          <a:xfrm rot="5400000">
            <a:off x="4489888" y="162375"/>
            <a:ext cx="162300" cy="5550000"/>
          </a:xfrm>
          <a:prstGeom prst="rect">
            <a:avLst/>
          </a:prstGeom>
          <a:solidFill>
            <a:schemeClr val="accent2">
              <a:alpha val="402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41"/>
          <p:cNvSpPr/>
          <p:nvPr/>
        </p:nvSpPr>
        <p:spPr>
          <a:xfrm rot="5400000">
            <a:off x="5975550" y="2512525"/>
            <a:ext cx="162300" cy="2969400"/>
          </a:xfrm>
          <a:prstGeom prst="rect">
            <a:avLst/>
          </a:prstGeom>
          <a:solidFill>
            <a:schemeClr val="accent2">
              <a:alpha val="402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325F2A-3D89-D413-541D-9C357F0A9372}"/>
              </a:ext>
            </a:extLst>
          </p:cNvPr>
          <p:cNvSpPr txBox="1"/>
          <p:nvPr/>
        </p:nvSpPr>
        <p:spPr>
          <a:xfrm>
            <a:off x="1017220" y="1065125"/>
            <a:ext cx="70996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2"/>
              </a:buClr>
              <a:buSzPts val="1400"/>
            </a:pPr>
            <a:r>
              <a:rPr lang="en-IN" b="1" dirty="0">
                <a:solidFill>
                  <a:srgbClr val="FF0000"/>
                </a:solidFill>
                <a:sym typeface="Questrial"/>
              </a:rPr>
              <a:t>Books</a:t>
            </a:r>
          </a:p>
          <a:p>
            <a:pPr marL="285750" indent="-285750" algn="just">
              <a:buClr>
                <a:schemeClr val="accent2"/>
              </a:buClr>
              <a:buSzPts val="1400"/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 J.J. D’Azzo &amp; C.H. </a:t>
            </a:r>
            <a:r>
              <a:rPr lang="en-IN" dirty="0" err="1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Houpis</a:t>
            </a:r>
            <a:r>
              <a:rPr lang="en-IN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, Linear Control System Analysis and Design, McGraw Hill. </a:t>
            </a:r>
          </a:p>
          <a:p>
            <a:pPr algn="just">
              <a:buClr>
                <a:schemeClr val="accent2"/>
              </a:buClr>
              <a:buSzPts val="1400"/>
            </a:pPr>
            <a:br>
              <a:rPr lang="en-IN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</a:br>
            <a:endParaRPr lang="en-IN" dirty="0">
              <a:solidFill>
                <a:schemeClr val="accent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just">
              <a:buClr>
                <a:schemeClr val="accent2"/>
              </a:buClr>
              <a:buSzPts val="1400"/>
            </a:pPr>
            <a:r>
              <a:rPr lang="en-IN" b="1" dirty="0">
                <a:solidFill>
                  <a:srgbClr val="FF0000"/>
                </a:solidFill>
                <a:sym typeface="Questrial"/>
              </a:rPr>
              <a:t>Software Tools</a:t>
            </a:r>
          </a:p>
          <a:p>
            <a:pPr marL="285750" indent="-285750" algn="just">
              <a:buClr>
                <a:schemeClr val="accent2"/>
              </a:buClr>
              <a:buSzPts val="1400"/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MATLAB Simulink, MathWorks Inc. </a:t>
            </a:r>
          </a:p>
          <a:p>
            <a:pPr marL="285750" indent="-285750" algn="just">
              <a:buClr>
                <a:schemeClr val="accent2"/>
              </a:buClr>
              <a:buSzPts val="1400"/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Arduino IDE, Arduino Official Development Environment. </a:t>
            </a:r>
          </a:p>
          <a:p>
            <a:pPr algn="just">
              <a:buClr>
                <a:schemeClr val="accent2"/>
              </a:buClr>
              <a:buSzPts val="1400"/>
            </a:pPr>
            <a:r>
              <a:rPr lang="en-IN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</a:p>
          <a:p>
            <a:pPr algn="just">
              <a:buClr>
                <a:schemeClr val="accent2"/>
              </a:buClr>
              <a:buSzPts val="1400"/>
            </a:pPr>
            <a:r>
              <a:rPr lang="en-IN" b="1" dirty="0">
                <a:solidFill>
                  <a:srgbClr val="FF0000"/>
                </a:solidFill>
                <a:sym typeface="Questrial"/>
              </a:rPr>
              <a:t>Research papers </a:t>
            </a:r>
          </a:p>
          <a:p>
            <a:pPr marL="285750" indent="-285750" algn="just">
              <a:buClr>
                <a:schemeClr val="accent2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Questrial"/>
                <a:ea typeface="Questrial"/>
                <a:cs typeface="Questrial"/>
              </a:rPr>
              <a:t>Tao, F., et al., Digital Twin Driven Smart Manufacturing, Journal of Manufacturing Systems.</a:t>
            </a:r>
            <a:endParaRPr lang="en-IN" dirty="0">
              <a:solidFill>
                <a:schemeClr val="accent2"/>
              </a:solidFill>
              <a:latin typeface="Questrial"/>
              <a:ea typeface="Questrial"/>
              <a:cs typeface="Questrial"/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pPr algn="just">
              <a:buClr>
                <a:schemeClr val="accent2"/>
              </a:buClr>
              <a:buSzPts val="1400"/>
            </a:pPr>
            <a:r>
              <a:rPr lang="en-IN" b="1" dirty="0">
                <a:solidFill>
                  <a:srgbClr val="FF0000"/>
                </a:solidFill>
              </a:rPr>
              <a:t>AI disclosure </a:t>
            </a:r>
          </a:p>
          <a:p>
            <a:pPr>
              <a:buClr>
                <a:schemeClr val="accent2"/>
              </a:buClr>
              <a:buSzPts val="1400"/>
            </a:pPr>
            <a:r>
              <a:rPr lang="en-US" dirty="0">
                <a:solidFill>
                  <a:schemeClr val="accent2"/>
                </a:solidFill>
                <a:latin typeface="Questrial"/>
                <a:ea typeface="Questrial"/>
                <a:cs typeface="Questrial"/>
              </a:rPr>
              <a:t>AI tools were used for 50% of coding assistance, debugging, formatting, and presentation structuring.</a:t>
            </a:r>
            <a:br>
              <a:rPr lang="en-US" dirty="0">
                <a:solidFill>
                  <a:schemeClr val="accent2"/>
                </a:solidFill>
                <a:latin typeface="Questrial"/>
                <a:ea typeface="Questrial"/>
                <a:cs typeface="Questrial"/>
              </a:rPr>
            </a:br>
            <a:r>
              <a:rPr lang="en-US" dirty="0">
                <a:solidFill>
                  <a:schemeClr val="accent2"/>
                </a:solidFill>
                <a:latin typeface="Questrial"/>
                <a:ea typeface="Questrial"/>
                <a:cs typeface="Questrial"/>
              </a:rPr>
              <a:t>Core modeling, equations, and interpretation were independently verified.</a:t>
            </a: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52"/>
          <p:cNvSpPr txBox="1">
            <a:spLocks noGrp="1"/>
          </p:cNvSpPr>
          <p:nvPr>
            <p:ph type="title"/>
          </p:nvPr>
        </p:nvSpPr>
        <p:spPr>
          <a:xfrm>
            <a:off x="2642625" y="540000"/>
            <a:ext cx="3858900" cy="7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 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0D1ED1-E687-BD54-E0CF-6134AB1A00BA}"/>
              </a:ext>
            </a:extLst>
          </p:cNvPr>
          <p:cNvSpPr txBox="1"/>
          <p:nvPr/>
        </p:nvSpPr>
        <p:spPr>
          <a:xfrm>
            <a:off x="1629936" y="1848891"/>
            <a:ext cx="5884127" cy="144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42900" algn="ctr">
              <a:lnSpc>
                <a:spcPct val="150000"/>
              </a:lnSpc>
              <a:buClr>
                <a:schemeClr val="accent2"/>
              </a:buClr>
              <a:buSzPts val="1800"/>
              <a:defRPr sz="1800"/>
            </a:pPr>
            <a:r>
              <a:rPr lang="en-IN" sz="1200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Team: </a:t>
            </a:r>
            <a:r>
              <a:rPr lang="en-IN" sz="1200" dirty="0" err="1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Tirthika</a:t>
            </a:r>
            <a:r>
              <a:rPr lang="en-IN" sz="1200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IN" sz="1200" dirty="0" err="1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Ghadi</a:t>
            </a:r>
            <a:r>
              <a:rPr lang="en-IN" sz="1200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 (H020), Diya P. Shah (H096)</a:t>
            </a:r>
          </a:p>
          <a:p>
            <a:pPr marL="457200" indent="-342900" algn="ctr">
              <a:lnSpc>
                <a:spcPct val="150000"/>
              </a:lnSpc>
              <a:buClr>
                <a:schemeClr val="accent2"/>
              </a:buClr>
              <a:buSzPts val="1800"/>
              <a:defRPr sz="1800"/>
            </a:pPr>
            <a:r>
              <a:rPr lang="en-IN" sz="1200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Course: Dynamic System Modelling (702MH0C023)</a:t>
            </a:r>
          </a:p>
          <a:p>
            <a:pPr marL="457200" indent="-342900" algn="ctr">
              <a:lnSpc>
                <a:spcPct val="150000"/>
              </a:lnSpc>
              <a:buClr>
                <a:schemeClr val="accent2"/>
              </a:buClr>
              <a:buSzPts val="1800"/>
              <a:defRPr sz="1800"/>
            </a:pPr>
            <a:r>
              <a:rPr lang="en-IN" sz="1200" dirty="0" err="1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B.Tech</a:t>
            </a:r>
            <a:r>
              <a:rPr lang="en-IN" sz="1200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 Mechatronics, Sem IV | NMIMS MPSTME Mumbai</a:t>
            </a:r>
          </a:p>
          <a:p>
            <a:pPr marL="457200" indent="-342900" algn="ctr">
              <a:lnSpc>
                <a:spcPct val="150000"/>
              </a:lnSpc>
              <a:buClr>
                <a:schemeClr val="accent2"/>
              </a:buClr>
              <a:buSzPts val="1800"/>
              <a:defRPr sz="1800"/>
            </a:pPr>
            <a:r>
              <a:rPr lang="en-IN" sz="1200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Category: [E] | Complexity: [Medium]</a:t>
            </a:r>
          </a:p>
          <a:p>
            <a:pPr marL="457200" indent="-342900" algn="ctr">
              <a:lnSpc>
                <a:spcPct val="150000"/>
              </a:lnSpc>
              <a:buClr>
                <a:schemeClr val="accent2"/>
              </a:buClr>
              <a:buSzPts val="1800"/>
              <a:defRPr sz="1800"/>
            </a:pPr>
            <a:r>
              <a:rPr lang="en-IN" sz="1200" dirty="0">
                <a:solidFill>
                  <a:schemeClr val="accent2"/>
                </a:solidFill>
                <a:latin typeface="Questrial"/>
                <a:ea typeface="Questrial"/>
                <a:cs typeface="Questrial"/>
                <a:sym typeface="Questrial"/>
              </a:rPr>
              <a:t>COs Exercised: [CO1, CO2, CO3, CO4, CO5] | Date: [19/04/2026]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Thesis Defense by Slidesgo">
  <a:themeElements>
    <a:clrScheme name="Simple Light">
      <a:dk1>
        <a:srgbClr val="191919"/>
      </a:dk1>
      <a:lt1>
        <a:srgbClr val="FFFFFF"/>
      </a:lt1>
      <a:dk2>
        <a:srgbClr val="595959"/>
      </a:dk2>
      <a:lt2>
        <a:srgbClr val="EEEEEE"/>
      </a:lt2>
      <a:accent1>
        <a:srgbClr val="F9D4D0"/>
      </a:accent1>
      <a:accent2>
        <a:srgbClr val="EA5458"/>
      </a:accent2>
      <a:accent3>
        <a:srgbClr val="FEF2F0"/>
      </a:accent3>
      <a:accent4>
        <a:srgbClr val="FFFFFF"/>
      </a:accent4>
      <a:accent5>
        <a:srgbClr val="F9D4D0"/>
      </a:accent5>
      <a:accent6>
        <a:srgbClr val="EA5458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5ED340F12FF438B134E672892BFDA" ma:contentTypeVersion="12" ma:contentTypeDescription="Create a new document." ma:contentTypeScope="" ma:versionID="4e4a6ae84bd6460c7f5bb12ca08fb79b">
  <xsd:schema xmlns:xsd="http://www.w3.org/2001/XMLSchema" xmlns:xs="http://www.w3.org/2001/XMLSchema" xmlns:p="http://schemas.microsoft.com/office/2006/metadata/properties" xmlns:ns2="b7aa8a3b-80d1-4955-8f76-a3254a33a331" xmlns:ns3="8aa28b7e-c5b6-4db8-be1f-ce18dc9d6788" targetNamespace="http://schemas.microsoft.com/office/2006/metadata/properties" ma:root="true" ma:fieldsID="dad97b1bfed5a3964b6f7fde8b00b5db" ns2:_="" ns3:_="">
    <xsd:import namespace="b7aa8a3b-80d1-4955-8f76-a3254a33a331"/>
    <xsd:import namespace="8aa28b7e-c5b6-4db8-be1f-ce18dc9d678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a8a3b-80d1-4955-8f76-a3254a33a33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28b7e-c5b6-4db8-be1f-ce18dc9d678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a5849d0-3a25-4ea2-a66f-6da2942d5ba7}" ma:internalName="TaxCatchAll" ma:showField="CatchAllData" ma:web="8aa28b7e-c5b6-4db8-be1f-ce18dc9d6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7aa8a3b-80d1-4955-8f76-a3254a33a331" xsi:nil="true"/>
    <lcf76f155ced4ddcb4097134ff3c332f xmlns="b7aa8a3b-80d1-4955-8f76-a3254a33a331">
      <Terms xmlns="http://schemas.microsoft.com/office/infopath/2007/PartnerControls"/>
    </lcf76f155ced4ddcb4097134ff3c332f>
    <TaxCatchAll xmlns="8aa28b7e-c5b6-4db8-be1f-ce18dc9d6788" xsi:nil="true"/>
  </documentManagement>
</p:properties>
</file>

<file path=customXml/itemProps1.xml><?xml version="1.0" encoding="utf-8"?>
<ds:datastoreItem xmlns:ds="http://schemas.openxmlformats.org/officeDocument/2006/customXml" ds:itemID="{AB28AB12-C793-427E-B85C-B81D5AB8F56D}"/>
</file>

<file path=customXml/itemProps2.xml><?xml version="1.0" encoding="utf-8"?>
<ds:datastoreItem xmlns:ds="http://schemas.openxmlformats.org/officeDocument/2006/customXml" ds:itemID="{02444323-ACF5-4567-A3B0-CD77F58688C8}"/>
</file>

<file path=customXml/itemProps3.xml><?xml version="1.0" encoding="utf-8"?>
<ds:datastoreItem xmlns:ds="http://schemas.openxmlformats.org/officeDocument/2006/customXml" ds:itemID="{4F87FFBB-35F3-4864-9914-4B1E55BD3EF9}"/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595</Words>
  <Application>Microsoft Office PowerPoint</Application>
  <PresentationFormat>On-screen Show (16:9)</PresentationFormat>
  <Paragraphs>120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Questrial</vt:lpstr>
      <vt:lpstr>Bebas Neue</vt:lpstr>
      <vt:lpstr>Paytone One</vt:lpstr>
      <vt:lpstr>Cambria Math</vt:lpstr>
      <vt:lpstr>Minimalist Thesis Defense by Slidesgo</vt:lpstr>
      <vt:lpstr>PowerPoint Presentation</vt:lpstr>
      <vt:lpstr>SYSTEM INTRODUCTION &amp; MOTIVE</vt:lpstr>
      <vt:lpstr>PROBLEM FORMULATION &amp; ASSUMPTIONS</vt:lpstr>
      <vt:lpstr>FREE BODY DIAGRAM (FBD)</vt:lpstr>
      <vt:lpstr>MATHEMATICAL DERIVATION </vt:lpstr>
      <vt:lpstr>PowerPoint Presentation</vt:lpstr>
      <vt:lpstr>FINAL EQUATIONS </vt:lpstr>
      <vt:lpstr>SIMULATION AND ENERGY ANALYSIS </vt:lpstr>
      <vt:lpstr>SIMULATION VALIDATION  </vt:lpstr>
      <vt:lpstr>VALIDATION &amp; ANALYSIS </vt:lpstr>
      <vt:lpstr>CONCLUSIONS</vt:lpstr>
      <vt:lpstr>REFERENCES </vt:lpstr>
      <vt:lpstr>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Diya</dc:creator>
  <cp:lastModifiedBy>DIYA SHAH - 70512500086</cp:lastModifiedBy>
  <cp:revision>3</cp:revision>
  <dcterms:modified xsi:type="dcterms:W3CDTF">2026-04-19T19:02:49Z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0x010100AFE5ED340F12FF438B134E672892BFDA</vt:lpwstr>
  </property>
</Properties>
</file>